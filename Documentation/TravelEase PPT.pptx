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1" r:id="rId13"/>
    <p:sldId id="272" r:id="rId14"/>
    <p:sldId id="273" r:id="rId15"/>
    <p:sldId id="274" r:id="rId16"/>
    <p:sldId id="275" r:id="rId17"/>
    <p:sldId id="277" r:id="rId18"/>
    <p:sldId id="278" r:id="rId19"/>
    <p:sldId id="279" r:id="rId20"/>
    <p:sldId id="280" r:id="rId21"/>
    <p:sldId id="282" r:id="rId22"/>
    <p:sldId id="283" r:id="rId23"/>
    <p:sldId id="284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4" r:id="rId32"/>
    <p:sldId id="293" r:id="rId33"/>
    <p:sldId id="295" r:id="rId34"/>
    <p:sldId id="296" r:id="rId35"/>
    <p:sldId id="297" r:id="rId36"/>
    <p:sldId id="298" r:id="rId37"/>
    <p:sldId id="299" r:id="rId38"/>
    <p:sldId id="300" r:id="rId39"/>
    <p:sldId id="301" r:id="rId40"/>
    <p:sldId id="303" r:id="rId41"/>
    <p:sldId id="306" r:id="rId42"/>
    <p:sldId id="307" r:id="rId43"/>
    <p:sldId id="308" r:id="rId44"/>
    <p:sldId id="309" r:id="rId45"/>
    <p:sldId id="312" r:id="rId46"/>
    <p:sldId id="313" r:id="rId47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634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5116" y="2342061"/>
            <a:ext cx="3907315" cy="1231284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54635" y="2234993"/>
            <a:ext cx="1221875" cy="1378503"/>
          </a:xfrm>
          <a:prstGeom prst="rect">
            <a:avLst/>
          </a:prstGeom>
        </p:spPr>
      </p:pic>
      <p:sp>
        <p:nvSpPr>
          <p:cNvPr id="18" name="bg object 18"/>
          <p:cNvSpPr/>
          <p:nvPr/>
        </p:nvSpPr>
        <p:spPr>
          <a:xfrm>
            <a:off x="255116" y="1291452"/>
            <a:ext cx="8634095" cy="0"/>
          </a:xfrm>
          <a:custGeom>
            <a:avLst/>
            <a:gdLst/>
            <a:ahLst/>
            <a:cxnLst/>
            <a:rect l="l" t="t" r="r" b="b"/>
            <a:pathLst>
              <a:path w="8634095">
                <a:moveTo>
                  <a:pt x="0" y="0"/>
                </a:moveTo>
                <a:lnTo>
                  <a:pt x="863368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259258" y="237486"/>
            <a:ext cx="7527290" cy="8737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24693" y="205003"/>
            <a:ext cx="8724900" cy="8966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550" b="1" i="0">
                <a:solidFill>
                  <a:srgbClr val="0C0C08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652443" y="1756397"/>
            <a:ext cx="3747770" cy="27108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150" b="1" i="0">
                <a:solidFill>
                  <a:srgbClr val="070503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7" Type="http://schemas.openxmlformats.org/officeDocument/2006/relationships/image" Target="../media/image19.pn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g"/><Relationship Id="rId5" Type="http://schemas.openxmlformats.org/officeDocument/2006/relationships/image" Target="../media/image17.jpg"/><Relationship Id="rId4" Type="http://schemas.openxmlformats.org/officeDocument/2006/relationships/image" Target="../media/image1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8.jpg"/><Relationship Id="rId5" Type="http://schemas.openxmlformats.org/officeDocument/2006/relationships/image" Target="../media/image27.jpg"/><Relationship Id="rId4" Type="http://schemas.openxmlformats.org/officeDocument/2006/relationships/image" Target="../media/image26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jpg"/><Relationship Id="rId4" Type="http://schemas.openxmlformats.org/officeDocument/2006/relationships/image" Target="../media/image31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jpg"/><Relationship Id="rId4" Type="http://schemas.openxmlformats.org/officeDocument/2006/relationships/image" Target="../media/image43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g"/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jpg"/><Relationship Id="rId4" Type="http://schemas.openxmlformats.org/officeDocument/2006/relationships/image" Target="../media/image47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g"/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g"/><Relationship Id="rId4" Type="http://schemas.openxmlformats.org/officeDocument/2006/relationships/image" Target="../media/image51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jpg"/><Relationship Id="rId2" Type="http://schemas.openxmlformats.org/officeDocument/2006/relationships/image" Target="../media/image53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jpg"/><Relationship Id="rId4" Type="http://schemas.openxmlformats.org/officeDocument/2006/relationships/image" Target="../media/image55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7" Type="http://schemas.openxmlformats.org/officeDocument/2006/relationships/image" Target="../media/image64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3.jpg"/><Relationship Id="rId5" Type="http://schemas.openxmlformats.org/officeDocument/2006/relationships/image" Target="../media/image62.jpg"/><Relationship Id="rId4" Type="http://schemas.openxmlformats.org/officeDocument/2006/relationships/image" Target="../media/image61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jpg"/><Relationship Id="rId7" Type="http://schemas.openxmlformats.org/officeDocument/2006/relationships/image" Target="../media/image70.jpg"/><Relationship Id="rId2" Type="http://schemas.openxmlformats.org/officeDocument/2006/relationships/image" Target="../media/image6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jpg"/><Relationship Id="rId5" Type="http://schemas.openxmlformats.org/officeDocument/2006/relationships/image" Target="../media/image68.jpg"/><Relationship Id="rId4" Type="http://schemas.openxmlformats.org/officeDocument/2006/relationships/image" Target="../media/image67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g"/><Relationship Id="rId7" Type="http://schemas.openxmlformats.org/officeDocument/2006/relationships/image" Target="../media/image76.jp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jpg"/><Relationship Id="rId5" Type="http://schemas.openxmlformats.org/officeDocument/2006/relationships/image" Target="../media/image74.jpg"/><Relationship Id="rId4" Type="http://schemas.openxmlformats.org/officeDocument/2006/relationships/image" Target="../media/image73.jp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jp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jpg"/><Relationship Id="rId2" Type="http://schemas.openxmlformats.org/officeDocument/2006/relationships/image" Target="../media/image78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jpg"/><Relationship Id="rId2" Type="http://schemas.openxmlformats.org/officeDocument/2006/relationships/image" Target="../media/image8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2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g"/><Relationship Id="rId2" Type="http://schemas.openxmlformats.org/officeDocument/2006/relationships/image" Target="../media/image83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jp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jpg"/><Relationship Id="rId2" Type="http://schemas.openxmlformats.org/officeDocument/2006/relationships/image" Target="../media/image86.jp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g"/><Relationship Id="rId2" Type="http://schemas.openxmlformats.org/officeDocument/2006/relationships/image" Target="../media/image88.jp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jp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jpg"/><Relationship Id="rId2" Type="http://schemas.openxmlformats.org/officeDocument/2006/relationships/image" Target="../media/image9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jpg"/><Relationship Id="rId4" Type="http://schemas.openxmlformats.org/officeDocument/2006/relationships/image" Target="../media/image93.jp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jpg"/><Relationship Id="rId2" Type="http://schemas.openxmlformats.org/officeDocument/2006/relationships/image" Target="../media/image95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jpg"/><Relationship Id="rId2" Type="http://schemas.openxmlformats.org/officeDocument/2006/relationships/image" Target="../media/image99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jpg"/><Relationship Id="rId2" Type="http://schemas.openxmlformats.org/officeDocument/2006/relationships/image" Target="../media/image101.jp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5.jpg"/><Relationship Id="rId5" Type="http://schemas.openxmlformats.org/officeDocument/2006/relationships/image" Target="../media/image104.jpg"/><Relationship Id="rId4" Type="http://schemas.openxmlformats.org/officeDocument/2006/relationships/image" Target="../media/image103.jp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jpg"/><Relationship Id="rId2" Type="http://schemas.openxmlformats.org/officeDocument/2006/relationships/image" Target="../media/image10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1.jpg"/><Relationship Id="rId5" Type="http://schemas.openxmlformats.org/officeDocument/2006/relationships/image" Target="../media/image110.jpg"/><Relationship Id="rId4" Type="http://schemas.openxmlformats.org/officeDocument/2006/relationships/image" Target="../media/image109.jp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jpg"/><Relationship Id="rId2" Type="http://schemas.openxmlformats.org/officeDocument/2006/relationships/image" Target="../media/image112.jp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jp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7.jpg"/><Relationship Id="rId4" Type="http://schemas.openxmlformats.org/officeDocument/2006/relationships/image" Target="../media/image116.jp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g"/><Relationship Id="rId2" Type="http://schemas.openxmlformats.org/officeDocument/2006/relationships/image" Target="../media/image118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1.jpg"/><Relationship Id="rId4" Type="http://schemas.openxmlformats.org/officeDocument/2006/relationships/image" Target="../media/image120.jp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jpg"/><Relationship Id="rId2" Type="http://schemas.openxmlformats.org/officeDocument/2006/relationships/image" Target="../media/image122.jp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4.jp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jp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66276" y="2181458"/>
            <a:ext cx="3477723" cy="2890842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671359" y="1833486"/>
            <a:ext cx="7828280" cy="0"/>
          </a:xfrm>
          <a:custGeom>
            <a:avLst/>
            <a:gdLst/>
            <a:ahLst/>
            <a:cxnLst/>
            <a:rect l="l" t="t" r="r" b="b"/>
            <a:pathLst>
              <a:path w="7828280">
                <a:moveTo>
                  <a:pt x="0" y="0"/>
                </a:moveTo>
                <a:lnTo>
                  <a:pt x="7828055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731265" y="345391"/>
            <a:ext cx="6278880" cy="1351915"/>
          </a:xfrm>
          <a:prstGeom prst="rect">
            <a:avLst/>
          </a:prstGeom>
        </p:spPr>
        <p:txBody>
          <a:bodyPr vert="horz" wrap="square" lIns="0" tIns="111760" rIns="0" bIns="0" rtlCol="0">
            <a:spAutoFit/>
          </a:bodyPr>
          <a:lstStyle/>
          <a:p>
            <a:pPr marL="21590" marR="5080" indent="-9525">
              <a:lnSpc>
                <a:spcPts val="4850"/>
              </a:lnSpc>
              <a:spcBef>
                <a:spcPts val="880"/>
              </a:spcBef>
            </a:pPr>
            <a:r>
              <a:rPr sz="4650" spc="-10" dirty="0">
                <a:solidFill>
                  <a:srgbClr val="070503"/>
                </a:solidFill>
              </a:rPr>
              <a:t>TravelEase</a:t>
            </a:r>
            <a:r>
              <a:rPr sz="4650" spc="110" dirty="0">
                <a:solidFill>
                  <a:srgbClr val="070503"/>
                </a:solidFill>
              </a:rPr>
              <a:t> </a:t>
            </a:r>
            <a:r>
              <a:rPr sz="4650" b="0" dirty="0">
                <a:solidFill>
                  <a:srgbClr val="070503"/>
                </a:solidFill>
                <a:latin typeface="Times New Roman"/>
                <a:cs typeface="Times New Roman"/>
              </a:rPr>
              <a:t>-</a:t>
            </a:r>
            <a:r>
              <a:rPr sz="4650" b="0" spc="375" dirty="0">
                <a:solidFill>
                  <a:srgbClr val="070503"/>
                </a:solidFill>
                <a:latin typeface="Times New Roman"/>
                <a:cs typeface="Times New Roman"/>
              </a:rPr>
              <a:t> </a:t>
            </a:r>
            <a:r>
              <a:rPr sz="4650" dirty="0">
                <a:solidFill>
                  <a:srgbClr val="070503"/>
                </a:solidFill>
              </a:rPr>
              <a:t>Online</a:t>
            </a:r>
            <a:r>
              <a:rPr sz="4650" spc="45" dirty="0">
                <a:solidFill>
                  <a:srgbClr val="070503"/>
                </a:solidFill>
              </a:rPr>
              <a:t> </a:t>
            </a:r>
            <a:r>
              <a:rPr sz="4650" spc="-25" dirty="0">
                <a:solidFill>
                  <a:srgbClr val="070503"/>
                </a:solidFill>
              </a:rPr>
              <a:t>Bus </a:t>
            </a:r>
            <a:r>
              <a:rPr sz="4650" dirty="0">
                <a:solidFill>
                  <a:srgbClr val="070503"/>
                </a:solidFill>
              </a:rPr>
              <a:t>Booking</a:t>
            </a:r>
            <a:r>
              <a:rPr sz="4650" spc="235" dirty="0">
                <a:solidFill>
                  <a:srgbClr val="070503"/>
                </a:solidFill>
              </a:rPr>
              <a:t> </a:t>
            </a:r>
            <a:r>
              <a:rPr sz="4650" spc="-10" dirty="0">
                <a:solidFill>
                  <a:srgbClr val="070503"/>
                </a:solidFill>
              </a:rPr>
              <a:t>System</a:t>
            </a:r>
            <a:endParaRPr sz="465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32274" y="1994725"/>
            <a:ext cx="4719320" cy="25692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ct val="100000"/>
              </a:lnSpc>
              <a:spcBef>
                <a:spcPts val="105"/>
              </a:spcBef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Shree</a:t>
            </a:r>
            <a:r>
              <a:rPr sz="2050" spc="-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Vidyadhiraj</a:t>
            </a:r>
            <a:r>
              <a:rPr sz="2050" spc="14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Polytechnic,</a:t>
            </a:r>
            <a:r>
              <a:rPr sz="2050" spc="5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100" dirty="0">
                <a:solidFill>
                  <a:srgbClr val="070503"/>
                </a:solidFill>
                <a:latin typeface="Arial"/>
                <a:cs typeface="Arial"/>
              </a:rPr>
              <a:t>Kumta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20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</a:pPr>
            <a:r>
              <a:rPr sz="2050" dirty="0">
                <a:solidFill>
                  <a:srgbClr val="070503"/>
                </a:solidFill>
                <a:latin typeface="Arial"/>
                <a:cs typeface="Arial"/>
              </a:rPr>
              <a:t>Team</a:t>
            </a:r>
            <a:r>
              <a:rPr sz="2050" spc="6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2050" spc="-10" dirty="0">
                <a:solidFill>
                  <a:srgbClr val="070503"/>
                </a:solidFill>
                <a:latin typeface="Arial"/>
                <a:cs typeface="Arial"/>
              </a:rPr>
              <a:t>Members:</a:t>
            </a:r>
            <a:endParaRPr sz="2050">
              <a:latin typeface="Arial"/>
              <a:cs typeface="Arial"/>
            </a:endParaRPr>
          </a:p>
          <a:p>
            <a:pPr marL="251460" indent="-238760">
              <a:lnSpc>
                <a:spcPct val="100000"/>
              </a:lnSpc>
              <a:spcBef>
                <a:spcPts val="465"/>
              </a:spcBef>
              <a:buClr>
                <a:srgbClr val="A5746E"/>
              </a:buClr>
              <a:buSzPct val="93750"/>
              <a:buChar char="■"/>
              <a:tabLst>
                <a:tab pos="251460" algn="l"/>
              </a:tabLst>
            </a:pPr>
            <a:r>
              <a:rPr sz="1600" spc="-50" dirty="0">
                <a:solidFill>
                  <a:srgbClr val="070503"/>
                </a:solidFill>
                <a:latin typeface="Arial"/>
                <a:cs typeface="Arial"/>
              </a:rPr>
              <a:t>B.S.</a:t>
            </a:r>
            <a:r>
              <a:rPr sz="1600" spc="-8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70503"/>
                </a:solidFill>
                <a:latin typeface="Arial"/>
                <a:cs typeface="Arial"/>
              </a:rPr>
              <a:t>Niranjan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55" dirty="0">
                <a:solidFill>
                  <a:srgbClr val="070503"/>
                </a:solidFill>
                <a:latin typeface="Arial"/>
                <a:cs typeface="Arial"/>
              </a:rPr>
              <a:t>Subrahmanya</a:t>
            </a:r>
            <a:r>
              <a:rPr sz="1600" spc="10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I</a:t>
            </a:r>
            <a:r>
              <a:rPr sz="1600" spc="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Patgar</a:t>
            </a:r>
            <a:endParaRPr sz="1600">
              <a:latin typeface="Arial"/>
              <a:cs typeface="Arial"/>
            </a:endParaRPr>
          </a:p>
          <a:p>
            <a:pPr marL="250190" indent="-237490">
              <a:lnSpc>
                <a:spcPct val="100000"/>
              </a:lnSpc>
              <a:spcBef>
                <a:spcPts val="505"/>
              </a:spcBef>
              <a:buClr>
                <a:srgbClr val="A5746E"/>
              </a:buClr>
              <a:buSzPct val="90625"/>
              <a:buChar char="■"/>
              <a:tabLst>
                <a:tab pos="250190" algn="l"/>
              </a:tabLst>
            </a:pPr>
            <a:r>
              <a:rPr sz="1600" spc="60" dirty="0">
                <a:solidFill>
                  <a:srgbClr val="070503"/>
                </a:solidFill>
                <a:latin typeface="Arial"/>
                <a:cs typeface="Arial"/>
              </a:rPr>
              <a:t>Rahul</a:t>
            </a:r>
            <a:r>
              <a:rPr sz="1600" spc="-2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114" dirty="0">
                <a:solidFill>
                  <a:srgbClr val="070503"/>
                </a:solidFill>
                <a:latin typeface="Arial"/>
                <a:cs typeface="Arial"/>
              </a:rPr>
              <a:t>N</a:t>
            </a:r>
            <a:r>
              <a:rPr sz="1600" spc="-13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070503"/>
                </a:solidFill>
                <a:latin typeface="Arial"/>
                <a:cs typeface="Arial"/>
              </a:rPr>
              <a:t>Shanbhag</a:t>
            </a:r>
            <a:endParaRPr sz="1600">
              <a:latin typeface="Arial"/>
              <a:cs typeface="Arial"/>
            </a:endParaRPr>
          </a:p>
          <a:p>
            <a:pPr marL="252095" indent="-239395">
              <a:lnSpc>
                <a:spcPct val="100000"/>
              </a:lnSpc>
              <a:spcBef>
                <a:spcPts val="500"/>
              </a:spcBef>
              <a:buClr>
                <a:srgbClr val="A5746E"/>
              </a:buClr>
              <a:buSzPct val="93750"/>
              <a:buChar char="■"/>
              <a:tabLst>
                <a:tab pos="252095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Vishwas</a:t>
            </a:r>
            <a:r>
              <a:rPr sz="1600" spc="315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Barker</a:t>
            </a:r>
            <a:endParaRPr sz="1600">
              <a:latin typeface="Arial"/>
              <a:cs typeface="Arial"/>
            </a:endParaRPr>
          </a:p>
          <a:p>
            <a:pPr marL="256540" indent="-243840">
              <a:lnSpc>
                <a:spcPct val="100000"/>
              </a:lnSpc>
              <a:spcBef>
                <a:spcPts val="560"/>
              </a:spcBef>
              <a:buClr>
                <a:srgbClr val="A5746E"/>
              </a:buClr>
              <a:buSzPct val="93750"/>
              <a:buChar char="■"/>
              <a:tabLst>
                <a:tab pos="256540" algn="l"/>
              </a:tabLst>
            </a:pPr>
            <a:r>
              <a:rPr sz="1600" dirty="0">
                <a:solidFill>
                  <a:srgbClr val="070503"/>
                </a:solidFill>
                <a:latin typeface="Arial"/>
                <a:cs typeface="Arial"/>
              </a:rPr>
              <a:t>Farhan</a:t>
            </a:r>
            <a:r>
              <a:rPr sz="1600" spc="240" dirty="0">
                <a:solidFill>
                  <a:srgbClr val="070503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70503"/>
                </a:solidFill>
                <a:latin typeface="Arial"/>
                <a:cs typeface="Arial"/>
              </a:rPr>
              <a:t>Faras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2122032" y="375272"/>
            <a:ext cx="4664075" cy="16986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47650">
              <a:lnSpc>
                <a:spcPct val="100000"/>
              </a:lnSpc>
              <a:spcBef>
                <a:spcPts val="110"/>
              </a:spcBef>
            </a:pPr>
            <a:r>
              <a:rPr sz="4100" b="1" dirty="0">
                <a:solidFill>
                  <a:srgbClr val="28231C"/>
                </a:solidFill>
                <a:latin typeface="Times New Roman"/>
                <a:cs typeface="Times New Roman"/>
              </a:rPr>
              <a:t>Problem</a:t>
            </a:r>
            <a:r>
              <a:rPr sz="4100" b="1" spc="25" dirty="0">
                <a:solidFill>
                  <a:srgbClr val="28231C"/>
                </a:solidFill>
                <a:latin typeface="Times New Roman"/>
                <a:cs typeface="Times New Roman"/>
              </a:rPr>
              <a:t> </a:t>
            </a:r>
            <a:r>
              <a:rPr sz="4100" b="1" spc="45" dirty="0">
                <a:solidFill>
                  <a:srgbClr val="28231C"/>
                </a:solidFill>
                <a:latin typeface="Times New Roman"/>
                <a:cs typeface="Times New Roman"/>
              </a:rPr>
              <a:t>Statement</a:t>
            </a:r>
            <a:endParaRPr sz="4100">
              <a:latin typeface="Times New Roman"/>
              <a:cs typeface="Times New Roman"/>
            </a:endParaRPr>
          </a:p>
          <a:p>
            <a:pPr marL="13335" marR="5080" indent="-1270">
              <a:lnSpc>
                <a:spcPts val="2740"/>
              </a:lnSpc>
              <a:spcBef>
                <a:spcPts val="283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Traditional</a:t>
            </a:r>
            <a:r>
              <a:rPr sz="23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350" spc="1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5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350" spc="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involves </a:t>
            </a:r>
            <a:r>
              <a:rPr sz="2350" spc="95" dirty="0">
                <a:solidFill>
                  <a:srgbClr val="050301"/>
                </a:solidFill>
                <a:latin typeface="Arial"/>
                <a:cs typeface="Arial"/>
              </a:rPr>
              <a:t>long</a:t>
            </a:r>
            <a:r>
              <a:rPr sz="2350" spc="-1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0" dirty="0">
                <a:solidFill>
                  <a:srgbClr val="050301"/>
                </a:solidFill>
                <a:latin typeface="Arial"/>
                <a:cs typeface="Arial"/>
              </a:rPr>
              <a:t>manual</a:t>
            </a:r>
            <a:r>
              <a:rPr sz="2350" spc="-2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queues.</a:t>
            </a:r>
            <a:endParaRPr sz="23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24114" y="1290465"/>
            <a:ext cx="236220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solidFill>
                  <a:srgbClr val="A5796E"/>
                </a:solidFill>
                <a:latin typeface="Arial"/>
                <a:cs typeface="Arial"/>
              </a:rPr>
              <a:t>(9</a:t>
            </a:r>
            <a:endParaRPr sz="1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12163" y="1293136"/>
            <a:ext cx="1038860" cy="306578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47320">
              <a:lnSpc>
                <a:spcPct val="100000"/>
              </a:lnSpc>
              <a:spcBef>
                <a:spcPts val="955"/>
              </a:spcBef>
            </a:pPr>
            <a:r>
              <a:rPr sz="5250" spc="-425" dirty="0">
                <a:solidFill>
                  <a:srgbClr val="A5796E"/>
                </a:solidFill>
                <a:latin typeface="Times New Roman"/>
                <a:cs typeface="Times New Roman"/>
              </a:rPr>
              <a:t>iiiiii</a:t>
            </a:r>
            <a:endParaRPr sz="5250">
              <a:latin typeface="Times New Roman"/>
              <a:cs typeface="Times New Roman"/>
            </a:endParaRPr>
          </a:p>
          <a:p>
            <a:pPr marL="111125">
              <a:lnSpc>
                <a:spcPct val="100000"/>
              </a:lnSpc>
              <a:spcBef>
                <a:spcPts val="1025"/>
              </a:spcBef>
            </a:pPr>
            <a:r>
              <a:rPr sz="6300" b="1" spc="-155" dirty="0">
                <a:solidFill>
                  <a:srgbClr val="A5796E"/>
                </a:solidFill>
                <a:latin typeface="Arial"/>
                <a:cs typeface="Arial"/>
              </a:rPr>
              <a:t>fta</a:t>
            </a:r>
            <a:endParaRPr sz="6300">
              <a:latin typeface="Arial"/>
              <a:cs typeface="Arial"/>
            </a:endParaRPr>
          </a:p>
          <a:p>
            <a:pPr marL="22225">
              <a:lnSpc>
                <a:spcPts val="2405"/>
              </a:lnSpc>
              <a:spcBef>
                <a:spcPts val="2665"/>
              </a:spcBef>
            </a:pPr>
            <a:r>
              <a:rPr sz="2400" b="1" u="heavy" spc="-45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�1�i1</a:t>
            </a:r>
            <a:endParaRPr sz="2400">
              <a:latin typeface="Arial"/>
              <a:cs typeface="Arial"/>
            </a:endParaRPr>
          </a:p>
          <a:p>
            <a:pPr marL="12700">
              <a:lnSpc>
                <a:spcPts val="3125"/>
              </a:lnSpc>
              <a:tabLst>
                <a:tab pos="669290" algn="l"/>
              </a:tabLst>
            </a:pPr>
            <a:r>
              <a:rPr sz="3000" u="heavy" dirty="0">
                <a:solidFill>
                  <a:srgbClr val="A5796E"/>
                </a:solidFill>
                <a:uFill>
                  <a:solidFill>
                    <a:srgbClr val="A5796E"/>
                  </a:solidFill>
                </a:uFill>
                <a:latin typeface="Arial"/>
                <a:cs typeface="Arial"/>
              </a:rPr>
              <a:t>� </a:t>
            </a:r>
            <a:r>
              <a:rPr sz="3000" u="none" dirty="0">
                <a:solidFill>
                  <a:srgbClr val="A5796E"/>
                </a:solidFill>
                <a:latin typeface="Arial"/>
                <a:cs typeface="Arial"/>
              </a:rPr>
              <a:t>	</a:t>
            </a:r>
            <a:r>
              <a:rPr sz="3000" u="none" spc="-50" dirty="0">
                <a:solidFill>
                  <a:srgbClr val="A5796E"/>
                </a:solidFill>
                <a:latin typeface="Arial"/>
                <a:cs typeface="Arial"/>
              </a:rPr>
              <a:t>9</a:t>
            </a:r>
            <a:endParaRPr sz="30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124844" y="2471793"/>
            <a:ext cx="4199890" cy="739140"/>
          </a:xfrm>
          <a:prstGeom prst="rect">
            <a:avLst/>
          </a:prstGeom>
        </p:spPr>
        <p:txBody>
          <a:bodyPr vert="horz" wrap="square" lIns="0" tIns="28575" rIns="0" bIns="0" rtlCol="0">
            <a:spAutoFit/>
          </a:bodyPr>
          <a:lstStyle/>
          <a:p>
            <a:pPr marL="12700" marR="5080" indent="635">
              <a:lnSpc>
                <a:spcPts val="2790"/>
              </a:lnSpc>
              <a:spcBef>
                <a:spcPts val="225"/>
              </a:spcBef>
            </a:pP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Difficulty</a:t>
            </a:r>
            <a:r>
              <a:rPr sz="2350" spc="229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in</a:t>
            </a:r>
            <a:r>
              <a:rPr sz="2350" spc="17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obtaining</a:t>
            </a:r>
            <a:r>
              <a:rPr sz="2350" spc="25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6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350" spc="50" dirty="0">
                <a:solidFill>
                  <a:srgbClr val="050301"/>
                </a:solidFill>
                <a:latin typeface="Arial"/>
                <a:cs typeface="Arial"/>
              </a:rPr>
              <a:t>time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availability</a:t>
            </a:r>
            <a:r>
              <a:rPr sz="2350" spc="3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information.</a:t>
            </a:r>
            <a:endParaRPr sz="23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122852" y="3636160"/>
            <a:ext cx="4760595" cy="706120"/>
          </a:xfrm>
          <a:prstGeom prst="rect">
            <a:avLst/>
          </a:prstGeom>
        </p:spPr>
        <p:txBody>
          <a:bodyPr vert="horz" wrap="square" lIns="0" tIns="54610" rIns="0" bIns="0" rtlCol="0">
            <a:spAutoFit/>
          </a:bodyPr>
          <a:lstStyle/>
          <a:p>
            <a:pPr marL="12700" marR="5080" indent="6350">
              <a:lnSpc>
                <a:spcPts val="2530"/>
              </a:lnSpc>
              <a:spcBef>
                <a:spcPts val="430"/>
              </a:spcBef>
            </a:pPr>
            <a:r>
              <a:rPr sz="2350" spc="20" dirty="0">
                <a:solidFill>
                  <a:srgbClr val="050301"/>
                </a:solidFill>
                <a:latin typeface="Arial"/>
                <a:cs typeface="Arial"/>
              </a:rPr>
              <a:t>Administrative</a:t>
            </a:r>
            <a:r>
              <a:rPr sz="2350" spc="-2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55" dirty="0">
                <a:solidFill>
                  <a:srgbClr val="050301"/>
                </a:solidFill>
                <a:latin typeface="Arial"/>
                <a:cs typeface="Arial"/>
              </a:rPr>
              <a:t>burden</a:t>
            </a:r>
            <a:r>
              <a:rPr sz="2350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75" dirty="0">
                <a:solidFill>
                  <a:srgbClr val="050301"/>
                </a:solidFill>
                <a:latin typeface="Arial"/>
                <a:cs typeface="Arial"/>
              </a:rPr>
              <a:t>of</a:t>
            </a:r>
            <a:r>
              <a:rPr sz="23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managing </a:t>
            </a:r>
            <a:r>
              <a:rPr sz="2350" dirty="0">
                <a:solidFill>
                  <a:srgbClr val="050301"/>
                </a:solidFill>
                <a:latin typeface="Arial"/>
                <a:cs typeface="Arial"/>
              </a:rPr>
              <a:t>bookings</a:t>
            </a:r>
            <a:r>
              <a:rPr sz="2350" spc="1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manually.</a:t>
            </a:r>
            <a:endParaRPr sz="235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255003" y="4011689"/>
            <a:ext cx="213995" cy="5607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10"/>
              </a:spcBef>
            </a:pPr>
            <a:r>
              <a:rPr sz="5250" spc="-1739" baseline="-6349" dirty="0">
                <a:solidFill>
                  <a:srgbClr val="A5796E"/>
                </a:solidFill>
                <a:latin typeface="Times New Roman"/>
                <a:cs typeface="Times New Roman"/>
              </a:rPr>
              <a:t>-</a:t>
            </a:r>
            <a:r>
              <a:rPr sz="3200" spc="-50" dirty="0">
                <a:solidFill>
                  <a:srgbClr val="916B5B"/>
                </a:solidFill>
                <a:latin typeface="Times New Roman"/>
                <a:cs typeface="Times New Roman"/>
              </a:rPr>
              <a:t>-</a:t>
            </a:r>
            <a:endParaRPr sz="32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905716" y="4760377"/>
            <a:ext cx="25082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525" dirty="0">
                <a:solidFill>
                  <a:srgbClr val="B18C7C"/>
                </a:solidFill>
                <a:latin typeface="Arial"/>
                <a:cs typeface="Arial"/>
              </a:rPr>
              <a:t>�</a:t>
            </a:r>
            <a:endParaRPr sz="2350">
              <a:latin typeface="Arial"/>
              <a:cs typeface="Arial"/>
            </a:endParaRPr>
          </a:p>
        </p:txBody>
      </p:sp>
      <p:pic>
        <p:nvPicPr>
          <p:cNvPr id="12" name="object 4">
            <a:extLst>
              <a:ext uri="{FF2B5EF4-FFF2-40B4-BE49-F238E27FC236}">
                <a16:creationId xmlns:a16="http://schemas.microsoft.com/office/drawing/2014/main" id="{FE9DB6F8-A464-6524-B461-E0D660611E9A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73318" y="2569580"/>
            <a:ext cx="2470682" cy="2502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758" y="2475896"/>
            <a:ext cx="845913" cy="1927228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619608" y="2569580"/>
            <a:ext cx="2524391" cy="250272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5388" rIns="0" bIns="0" rtlCol="0">
            <a:spAutoFit/>
          </a:bodyPr>
          <a:lstStyle/>
          <a:p>
            <a:pPr marL="2366010">
              <a:lnSpc>
                <a:spcPct val="100000"/>
              </a:lnSpc>
              <a:spcBef>
                <a:spcPts val="110"/>
              </a:spcBef>
            </a:pPr>
            <a:r>
              <a:rPr sz="4300" spc="-180" dirty="0">
                <a:solidFill>
                  <a:srgbClr val="2A261F"/>
                </a:solidFill>
              </a:rPr>
              <a:t>Project</a:t>
            </a:r>
            <a:r>
              <a:rPr sz="4300" spc="-95" dirty="0">
                <a:solidFill>
                  <a:srgbClr val="2A261F"/>
                </a:solidFill>
              </a:rPr>
              <a:t> </a:t>
            </a:r>
            <a:r>
              <a:rPr sz="4300" spc="-145" dirty="0">
                <a:solidFill>
                  <a:srgbClr val="2A261F"/>
                </a:solidFill>
              </a:rPr>
              <a:t>Objectives</a:t>
            </a:r>
            <a:endParaRPr sz="4300"/>
          </a:p>
        </p:txBody>
      </p:sp>
      <p:sp>
        <p:nvSpPr>
          <p:cNvPr id="5" name="object 5"/>
          <p:cNvSpPr txBox="1"/>
          <p:nvPr/>
        </p:nvSpPr>
        <p:spPr>
          <a:xfrm>
            <a:off x="916108" y="1354919"/>
            <a:ext cx="5732145" cy="29809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ts val="2760"/>
              </a:lnSpc>
              <a:spcBef>
                <a:spcPts val="105"/>
              </a:spcBef>
              <a:tabLst>
                <a:tab pos="843915" algn="l"/>
                <a:tab pos="1200785" algn="l"/>
              </a:tabLst>
            </a:pPr>
            <a:r>
              <a:rPr sz="2450" u="heavy" spc="-13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,�</a:t>
            </a:r>
            <a:r>
              <a:rPr sz="2450" u="heavy" spc="-140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 </a:t>
            </a:r>
            <a:r>
              <a:rPr sz="2450" u="heavy" spc="-25" dirty="0">
                <a:solidFill>
                  <a:srgbClr val="91746B"/>
                </a:solidFill>
                <a:uFill>
                  <a:solidFill>
                    <a:srgbClr val="91746B"/>
                  </a:solidFill>
                </a:uFill>
                <a:latin typeface="Arial"/>
                <a:cs typeface="Arial"/>
              </a:rPr>
              <a:t>�]</a:t>
            </a:r>
            <a:r>
              <a:rPr sz="2450" u="none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u="none" spc="-65" dirty="0">
                <a:solidFill>
                  <a:srgbClr val="050301"/>
                </a:solidFill>
                <a:latin typeface="Arial"/>
                <a:cs typeface="Arial"/>
              </a:rPr>
              <a:t>Provide</a:t>
            </a:r>
            <a:r>
              <a:rPr sz="2450" u="none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an</a:t>
            </a:r>
            <a:r>
              <a:rPr sz="2450" u="none" spc="-2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35" dirty="0">
                <a:solidFill>
                  <a:srgbClr val="050301"/>
                </a:solidFill>
                <a:latin typeface="Arial"/>
                <a:cs typeface="Arial"/>
              </a:rPr>
              <a:t>easy-</a:t>
            </a:r>
            <a:r>
              <a:rPr sz="2450" u="none" spc="-30" dirty="0">
                <a:solidFill>
                  <a:srgbClr val="050301"/>
                </a:solidFill>
                <a:latin typeface="Arial"/>
                <a:cs typeface="Arial"/>
              </a:rPr>
              <a:t>to-</a:t>
            </a:r>
            <a:r>
              <a:rPr sz="2450" u="none" dirty="0">
                <a:solidFill>
                  <a:srgbClr val="050301"/>
                </a:solidFill>
                <a:latin typeface="Arial"/>
                <a:cs typeface="Arial"/>
              </a:rPr>
              <a:t>use</a:t>
            </a:r>
            <a:r>
              <a:rPr sz="2450" u="none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u="none" spc="-10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endParaRPr sz="2450" dirty="0">
              <a:latin typeface="Arial"/>
              <a:cs typeface="Arial"/>
            </a:endParaRPr>
          </a:p>
          <a:p>
            <a:pPr marL="464184">
              <a:lnSpc>
                <a:spcPts val="2760"/>
              </a:lnSpc>
              <a:tabLst>
                <a:tab pos="1198245" algn="l"/>
              </a:tabLst>
            </a:pPr>
            <a:r>
              <a:rPr sz="2450" spc="-50" dirty="0">
                <a:solidFill>
                  <a:srgbClr val="91746B"/>
                </a:solidFill>
                <a:latin typeface="Arial"/>
                <a:cs typeface="Arial"/>
              </a:rPr>
              <a:t>�</a:t>
            </a:r>
            <a:r>
              <a:rPr sz="2450" dirty="0">
                <a:solidFill>
                  <a:srgbClr val="91746B"/>
                </a:solidFill>
                <a:latin typeface="Arial"/>
                <a:cs typeface="Arial"/>
              </a:rPr>
              <a:t>	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45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platform.</a:t>
            </a:r>
            <a:endParaRPr sz="2450" dirty="0">
              <a:latin typeface="Arial"/>
              <a:cs typeface="Arial"/>
            </a:endParaRPr>
          </a:p>
          <a:p>
            <a:pPr marL="1201420" marR="55880" indent="-1270">
              <a:lnSpc>
                <a:spcPts val="2790"/>
              </a:lnSpc>
            </a:pPr>
            <a:endParaRPr lang="en-IN" sz="2450" dirty="0">
              <a:latin typeface="Arial"/>
              <a:cs typeface="Arial"/>
            </a:endParaRPr>
          </a:p>
          <a:p>
            <a:pPr marL="1201420" marR="55880" indent="-1270">
              <a:lnSpc>
                <a:spcPts val="2790"/>
              </a:lnSpc>
            </a:pPr>
            <a:r>
              <a:rPr sz="2450" spc="-95" dirty="0">
                <a:solidFill>
                  <a:srgbClr val="050301"/>
                </a:solidFill>
                <a:latin typeface="Arial"/>
                <a:cs typeface="Arial"/>
              </a:rPr>
              <a:t>Enable</a:t>
            </a:r>
            <a:r>
              <a:rPr sz="245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0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time</a:t>
            </a:r>
            <a:r>
              <a:rPr sz="245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45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availability </a:t>
            </a:r>
            <a:endParaRPr sz="245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60"/>
              </a:spcBef>
            </a:pPr>
            <a:endParaRPr sz="2450" dirty="0">
              <a:latin typeface="Arial"/>
              <a:cs typeface="Arial"/>
            </a:endParaRPr>
          </a:p>
          <a:p>
            <a:pPr marL="1197610" marR="175260" indent="1270">
              <a:lnSpc>
                <a:spcPts val="2790"/>
              </a:lnSpc>
            </a:pPr>
            <a:r>
              <a:rPr sz="2450" spc="-45" dirty="0">
                <a:solidFill>
                  <a:srgbClr val="050301"/>
                </a:solidFill>
                <a:latin typeface="Arial"/>
                <a:cs typeface="Arial"/>
              </a:rPr>
              <a:t>Facilitate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instant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booking 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confirmations</a:t>
            </a:r>
            <a:r>
              <a:rPr sz="245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6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450" spc="-1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30" dirty="0">
                <a:solidFill>
                  <a:srgbClr val="050301"/>
                </a:solidFill>
                <a:latin typeface="Arial"/>
                <a:cs typeface="Arial"/>
              </a:rPr>
              <a:t>efficient</a:t>
            </a:r>
            <a:r>
              <a:rPr sz="245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450" spc="-25" dirty="0">
                <a:solidFill>
                  <a:srgbClr val="050301"/>
                </a:solidFill>
                <a:latin typeface="Arial"/>
                <a:cs typeface="Arial"/>
              </a:rPr>
              <a:t>admin </a:t>
            </a:r>
            <a:r>
              <a:rPr sz="2450" spc="-10" dirty="0">
                <a:solidFill>
                  <a:srgbClr val="050301"/>
                </a:solidFill>
                <a:latin typeface="Arial"/>
                <a:cs typeface="Arial"/>
              </a:rPr>
              <a:t>management.</a:t>
            </a:r>
            <a:endParaRPr sz="245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68166" y="1485515"/>
            <a:ext cx="389388" cy="68256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9903" y="2475896"/>
            <a:ext cx="845913" cy="82977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73318" y="2569580"/>
            <a:ext cx="2470682" cy="2502720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966758" y="1338295"/>
            <a:ext cx="0" cy="695960"/>
          </a:xfrm>
          <a:custGeom>
            <a:avLst/>
            <a:gdLst/>
            <a:ahLst/>
            <a:cxnLst/>
            <a:rect l="l" t="t" r="r" b="b"/>
            <a:pathLst>
              <a:path h="695960">
                <a:moveTo>
                  <a:pt x="0" y="69594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953330" y="1338295"/>
            <a:ext cx="832485" cy="695960"/>
          </a:xfrm>
          <a:custGeom>
            <a:avLst/>
            <a:gdLst/>
            <a:ahLst/>
            <a:cxnLst/>
            <a:rect l="l" t="t" r="r" b="b"/>
            <a:pathLst>
              <a:path w="832485" h="695960">
                <a:moveTo>
                  <a:pt x="798918" y="695943"/>
                </a:moveTo>
                <a:lnTo>
                  <a:pt x="798918" y="0"/>
                </a:lnTo>
              </a:path>
              <a:path w="832485" h="695960">
                <a:moveTo>
                  <a:pt x="0" y="6691"/>
                </a:moveTo>
                <a:lnTo>
                  <a:pt x="832485" y="6691"/>
                </a:lnTo>
              </a:path>
              <a:path w="832485" h="695960">
                <a:moveTo>
                  <a:pt x="0" y="107067"/>
                </a:moveTo>
                <a:lnTo>
                  <a:pt x="832485" y="107067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8371" rIns="0" bIns="0" rtlCol="0">
            <a:spAutoFit/>
          </a:bodyPr>
          <a:lstStyle/>
          <a:p>
            <a:pPr marL="715010">
              <a:lnSpc>
                <a:spcPct val="100000"/>
              </a:lnSpc>
              <a:spcBef>
                <a:spcPts val="110"/>
              </a:spcBef>
            </a:pPr>
            <a:r>
              <a:rPr sz="4250" spc="-250" dirty="0">
                <a:solidFill>
                  <a:srgbClr val="2D281F"/>
                </a:solidFill>
              </a:rPr>
              <a:t>Project</a:t>
            </a:r>
            <a:r>
              <a:rPr sz="4250" spc="-45" dirty="0">
                <a:solidFill>
                  <a:srgbClr val="2D281F"/>
                </a:solidFill>
              </a:rPr>
              <a:t> </a:t>
            </a:r>
            <a:r>
              <a:rPr sz="4250" spc="-225" dirty="0">
                <a:solidFill>
                  <a:srgbClr val="2D281F"/>
                </a:solidFill>
              </a:rPr>
              <a:t>Description</a:t>
            </a:r>
            <a:r>
              <a:rPr sz="4250" spc="40" dirty="0">
                <a:solidFill>
                  <a:srgbClr val="2D281F"/>
                </a:solidFill>
              </a:rPr>
              <a:t> </a:t>
            </a:r>
            <a:r>
              <a:rPr sz="4250" b="0" spc="-325" dirty="0">
                <a:solidFill>
                  <a:srgbClr val="2D281F"/>
                </a:solidFill>
                <a:latin typeface="Times New Roman"/>
                <a:cs typeface="Times New Roman"/>
              </a:rPr>
              <a:t>(</a:t>
            </a:r>
            <a:r>
              <a:rPr sz="4250" spc="-325" dirty="0">
                <a:solidFill>
                  <a:srgbClr val="2D281F"/>
                </a:solidFill>
              </a:rPr>
              <a:t>Core</a:t>
            </a:r>
            <a:r>
              <a:rPr sz="4250" spc="-140" dirty="0">
                <a:solidFill>
                  <a:srgbClr val="2D281F"/>
                </a:solidFill>
              </a:rPr>
              <a:t> </a:t>
            </a:r>
            <a:r>
              <a:rPr sz="4250" spc="-285" dirty="0">
                <a:solidFill>
                  <a:srgbClr val="2D281F"/>
                </a:solidFill>
              </a:rPr>
              <a:t>Features)</a:t>
            </a:r>
            <a:endParaRPr sz="42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80679" y="1315093"/>
            <a:ext cx="4920615" cy="1913255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3335" marR="303530" indent="10160">
              <a:lnSpc>
                <a:spcPts val="2790"/>
              </a:lnSpc>
              <a:spcBef>
                <a:spcPts val="375"/>
              </a:spcBef>
            </a:pP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Web-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based</a:t>
            </a:r>
            <a:r>
              <a:rPr sz="2500" spc="-1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system</a:t>
            </a:r>
            <a:r>
              <a:rPr sz="2500" spc="-11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accessible</a:t>
            </a:r>
            <a:r>
              <a:rPr sz="2500" spc="-25" dirty="0">
                <a:solidFill>
                  <a:srgbClr val="050301"/>
                </a:solidFill>
                <a:latin typeface="Arial"/>
                <a:cs typeface="Arial"/>
              </a:rPr>
              <a:t> via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browsers.</a:t>
            </a:r>
            <a:endParaRPr sz="2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605"/>
              </a:spcBef>
            </a:pPr>
            <a:endParaRPr sz="2500">
              <a:latin typeface="Arial"/>
              <a:cs typeface="Arial"/>
            </a:endParaRPr>
          </a:p>
          <a:p>
            <a:pPr marL="16510" marR="5080" indent="-4445">
              <a:lnSpc>
                <a:spcPts val="2790"/>
              </a:lnSpc>
            </a:pPr>
            <a:r>
              <a:rPr sz="2500" spc="-100" dirty="0">
                <a:solidFill>
                  <a:srgbClr val="050301"/>
                </a:solidFill>
                <a:latin typeface="Arial"/>
                <a:cs typeface="Arial"/>
              </a:rPr>
              <a:t>Search</a:t>
            </a:r>
            <a:r>
              <a:rPr sz="2500" spc="-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functionality</a:t>
            </a:r>
            <a:r>
              <a:rPr sz="2500" spc="-11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dirty="0">
                <a:solidFill>
                  <a:srgbClr val="050301"/>
                </a:solidFill>
                <a:latin typeface="Arial"/>
                <a:cs typeface="Arial"/>
              </a:rPr>
              <a:t>by</a:t>
            </a:r>
            <a:r>
              <a:rPr sz="2500" spc="-15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date,</a:t>
            </a:r>
            <a:r>
              <a:rPr sz="2500" spc="-1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source, 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destination,</a:t>
            </a:r>
            <a:r>
              <a:rPr sz="2500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500" spc="-1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type.</a:t>
            </a:r>
            <a:endParaRPr sz="25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86339" y="3502464"/>
            <a:ext cx="918844" cy="8648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3960"/>
              </a:lnSpc>
              <a:spcBef>
                <a:spcPts val="105"/>
              </a:spcBef>
            </a:pPr>
            <a:r>
              <a:rPr sz="3400" spc="-540" dirty="0">
                <a:solidFill>
                  <a:srgbClr val="90756E"/>
                </a:solidFill>
                <a:latin typeface="Arial"/>
                <a:cs typeface="Arial"/>
              </a:rPr>
              <a:t>��1</a:t>
            </a:r>
            <a:endParaRPr sz="3400">
              <a:latin typeface="Arial"/>
              <a:cs typeface="Arial"/>
            </a:endParaRPr>
          </a:p>
          <a:p>
            <a:pPr marL="60960">
              <a:lnSpc>
                <a:spcPts val="2640"/>
              </a:lnSpc>
            </a:pPr>
            <a:r>
              <a:rPr sz="2300" spc="305" dirty="0">
                <a:solidFill>
                  <a:srgbClr val="90756E"/>
                </a:solidFill>
                <a:latin typeface="Times New Roman"/>
                <a:cs typeface="Times New Roman"/>
              </a:rPr>
              <a:t>E:_io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80679" y="3617061"/>
            <a:ext cx="3094355" cy="7518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945"/>
              </a:lnSpc>
              <a:spcBef>
                <a:spcPts val="105"/>
              </a:spcBef>
            </a:pP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Secure</a:t>
            </a:r>
            <a:r>
              <a:rPr sz="2500" spc="-9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0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r>
              <a:rPr sz="250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payment</a:t>
            </a:r>
            <a:endParaRPr sz="2500">
              <a:latin typeface="Arial"/>
              <a:cs typeface="Arial"/>
            </a:endParaRPr>
          </a:p>
          <a:p>
            <a:pPr marL="13970">
              <a:lnSpc>
                <a:spcPts val="2765"/>
              </a:lnSpc>
            </a:pPr>
            <a:r>
              <a:rPr sz="2350" spc="-10" dirty="0">
                <a:solidFill>
                  <a:srgbClr val="050301"/>
                </a:solidFill>
                <a:latin typeface="Arial"/>
                <a:cs typeface="Arial"/>
              </a:rPr>
              <a:t>integration</a:t>
            </a:r>
            <a:endParaRPr sz="2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99622" y="1311528"/>
            <a:ext cx="886195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13049" y="3626879"/>
            <a:ext cx="859340" cy="78962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713598" y="2569580"/>
            <a:ext cx="2430401" cy="2502720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9272" rIns="0" bIns="0" rtlCol="0">
            <a:spAutoFit/>
          </a:bodyPr>
          <a:lstStyle/>
          <a:p>
            <a:pPr marL="681990">
              <a:lnSpc>
                <a:spcPct val="100000"/>
              </a:lnSpc>
              <a:spcBef>
                <a:spcPts val="110"/>
              </a:spcBef>
            </a:pPr>
            <a:r>
              <a:rPr sz="4400" spc="-425" dirty="0">
                <a:solidFill>
                  <a:srgbClr val="2B261D"/>
                </a:solidFill>
              </a:rPr>
              <a:t>User</a:t>
            </a:r>
            <a:r>
              <a:rPr sz="4400" spc="-260" dirty="0">
                <a:solidFill>
                  <a:srgbClr val="2B261D"/>
                </a:solidFill>
              </a:rPr>
              <a:t> </a:t>
            </a:r>
            <a:r>
              <a:rPr sz="4400" spc="-350" dirty="0">
                <a:solidFill>
                  <a:srgbClr val="2B261D"/>
                </a:solidFill>
              </a:rPr>
              <a:t>Functionalities</a:t>
            </a:r>
            <a:endParaRPr sz="4400"/>
          </a:p>
        </p:txBody>
      </p:sp>
      <p:sp>
        <p:nvSpPr>
          <p:cNvPr id="6" name="object 6"/>
          <p:cNvSpPr txBox="1"/>
          <p:nvPr/>
        </p:nvSpPr>
        <p:spPr>
          <a:xfrm>
            <a:off x="2064268" y="1295668"/>
            <a:ext cx="4004945" cy="7842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>
              <a:lnSpc>
                <a:spcPts val="2850"/>
              </a:lnSpc>
              <a:spcBef>
                <a:spcPts val="425"/>
              </a:spcBef>
            </a:pP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Browse</a:t>
            </a:r>
            <a:r>
              <a:rPr sz="2600" spc="-10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6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70" dirty="0">
                <a:solidFill>
                  <a:srgbClr val="050301"/>
                </a:solidFill>
                <a:latin typeface="Arial"/>
                <a:cs typeface="Arial"/>
              </a:rPr>
              <a:t>search</a:t>
            </a:r>
            <a:r>
              <a:rPr sz="260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for</a:t>
            </a:r>
            <a:r>
              <a:rPr sz="2600" spc="-1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35" dirty="0">
                <a:solidFill>
                  <a:srgbClr val="050301"/>
                </a:solidFill>
                <a:latin typeface="Arial"/>
                <a:cs typeface="Arial"/>
              </a:rPr>
              <a:t>travel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options.</a:t>
            </a:r>
            <a:endParaRPr sz="2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2661" y="2466728"/>
            <a:ext cx="267335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spc="-645" dirty="0">
                <a:solidFill>
                  <a:srgbClr val="91796E"/>
                </a:solidFill>
                <a:latin typeface="Arial"/>
                <a:cs typeface="Arial"/>
              </a:rPr>
              <a:t>�</a:t>
            </a:r>
            <a:endParaRPr sz="260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270016" y="3305674"/>
            <a:ext cx="46990" cy="0"/>
          </a:xfrm>
          <a:custGeom>
            <a:avLst/>
            <a:gdLst/>
            <a:ahLst/>
            <a:cxnLst/>
            <a:rect l="l" t="t" r="r" b="b"/>
            <a:pathLst>
              <a:path w="46990">
                <a:moveTo>
                  <a:pt x="0" y="0"/>
                </a:moveTo>
                <a:lnTo>
                  <a:pt x="46994" y="0"/>
                </a:lnTo>
              </a:path>
            </a:pathLst>
          </a:custGeom>
          <a:ln w="12732">
            <a:solidFill>
              <a:srgbClr val="91796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257316" y="2993751"/>
            <a:ext cx="135890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-500" dirty="0">
                <a:solidFill>
                  <a:srgbClr val="91796E"/>
                </a:solidFill>
                <a:latin typeface="Arial"/>
                <a:cs typeface="Arial"/>
              </a:rPr>
              <a:t>1</a:t>
            </a:r>
            <a:endParaRPr sz="23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61377" y="2466728"/>
            <a:ext cx="5334635" cy="777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707390" algn="ctr">
              <a:lnSpc>
                <a:spcPts val="2955"/>
              </a:lnSpc>
              <a:spcBef>
                <a:spcPts val="105"/>
              </a:spcBef>
            </a:pPr>
            <a:r>
              <a:rPr sz="2600" spc="-90" dirty="0">
                <a:solidFill>
                  <a:srgbClr val="050301"/>
                </a:solidFill>
                <a:latin typeface="Arial"/>
                <a:cs typeface="Arial"/>
              </a:rPr>
              <a:t>Add</a:t>
            </a:r>
            <a:r>
              <a:rPr sz="26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45" dirty="0">
                <a:solidFill>
                  <a:srgbClr val="050301"/>
                </a:solidFill>
                <a:latin typeface="Arial"/>
                <a:cs typeface="Arial"/>
              </a:rPr>
              <a:t>bookings</a:t>
            </a:r>
            <a:r>
              <a:rPr sz="2600" spc="-11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70" dirty="0">
                <a:solidFill>
                  <a:srgbClr val="050301"/>
                </a:solidFill>
                <a:latin typeface="Arial"/>
                <a:cs typeface="Arial"/>
              </a:rPr>
              <a:t>to</a:t>
            </a:r>
            <a:r>
              <a:rPr sz="2600" spc="-204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0" dirty="0">
                <a:solidFill>
                  <a:srgbClr val="050301"/>
                </a:solidFill>
                <a:latin typeface="Arial"/>
                <a:cs typeface="Arial"/>
              </a:rPr>
              <a:t>a</a:t>
            </a:r>
            <a:r>
              <a:rPr sz="2600" spc="-1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dirty="0">
                <a:solidFill>
                  <a:srgbClr val="050301"/>
                </a:solidFill>
                <a:latin typeface="Arial"/>
                <a:cs typeface="Arial"/>
              </a:rPr>
              <a:t>cart</a:t>
            </a:r>
            <a:r>
              <a:rPr sz="26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8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60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25" dirty="0">
                <a:solidFill>
                  <a:srgbClr val="050301"/>
                </a:solidFill>
                <a:latin typeface="Arial"/>
                <a:cs typeface="Arial"/>
              </a:rPr>
              <a:t>make</a:t>
            </a:r>
            <a:endParaRPr sz="2600">
              <a:latin typeface="Arial"/>
              <a:cs typeface="Arial"/>
            </a:endParaRPr>
          </a:p>
          <a:p>
            <a:pPr marR="3148965" algn="ctr">
              <a:lnSpc>
                <a:spcPts val="2955"/>
              </a:lnSpc>
              <a:tabLst>
                <a:tab pos="698500" algn="l"/>
              </a:tabLst>
            </a:pPr>
            <a:r>
              <a:rPr sz="2350" u="heavy" spc="-50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_</a:t>
            </a:r>
            <a:r>
              <a:rPr sz="2350" u="none" dirty="0">
                <a:solidFill>
                  <a:srgbClr val="91796E"/>
                </a:solidFill>
                <a:latin typeface="Arial"/>
                <a:cs typeface="Arial"/>
              </a:rPr>
              <a:t>	</a:t>
            </a:r>
            <a:r>
              <a:rPr sz="2600" u="none" spc="-50" dirty="0">
                <a:solidFill>
                  <a:srgbClr val="050301"/>
                </a:solidFill>
                <a:latin typeface="Arial"/>
                <a:cs typeface="Arial"/>
              </a:rPr>
              <a:t>payments.</a:t>
            </a:r>
            <a:endParaRPr sz="2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573325" y="3145245"/>
            <a:ext cx="20701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u="heavy" spc="-25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01</a:t>
            </a:r>
            <a:r>
              <a:rPr sz="950" u="heavy" spc="500" dirty="0">
                <a:solidFill>
                  <a:srgbClr val="91796E"/>
                </a:solidFill>
                <a:uFill>
                  <a:solidFill>
                    <a:srgbClr val="91796E"/>
                  </a:solidFill>
                </a:uFill>
                <a:latin typeface="Arial"/>
                <a:cs typeface="Arial"/>
              </a:rPr>
              <a:t> </a:t>
            </a:r>
            <a:endParaRPr sz="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60354" y="3611019"/>
            <a:ext cx="3552825" cy="7842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4445">
              <a:lnSpc>
                <a:spcPts val="2850"/>
              </a:lnSpc>
              <a:spcBef>
                <a:spcPts val="425"/>
              </a:spcBef>
            </a:pPr>
            <a:r>
              <a:rPr sz="2600" spc="-110" dirty="0">
                <a:solidFill>
                  <a:srgbClr val="050301"/>
                </a:solidFill>
                <a:latin typeface="Arial"/>
                <a:cs typeface="Arial"/>
              </a:rPr>
              <a:t>Cancel</a:t>
            </a:r>
            <a:r>
              <a:rPr sz="2600" spc="-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50" dirty="0">
                <a:solidFill>
                  <a:srgbClr val="050301"/>
                </a:solidFill>
                <a:latin typeface="Arial"/>
                <a:cs typeface="Arial"/>
              </a:rPr>
              <a:t>or</a:t>
            </a:r>
            <a:r>
              <a:rPr sz="2600" spc="-1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modify</a:t>
            </a:r>
            <a:r>
              <a:rPr sz="260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00" spc="-40" dirty="0">
                <a:solidFill>
                  <a:srgbClr val="050301"/>
                </a:solidFill>
                <a:latin typeface="Arial"/>
                <a:cs typeface="Arial"/>
              </a:rPr>
              <a:t>existing </a:t>
            </a:r>
            <a:r>
              <a:rPr sz="2600" spc="-10" dirty="0">
                <a:solidFill>
                  <a:srgbClr val="050301"/>
                </a:solidFill>
                <a:latin typeface="Arial"/>
                <a:cs typeface="Arial"/>
              </a:rPr>
              <a:t>bookings.</a:t>
            </a:r>
            <a:endParaRPr sz="2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3049" y="2475896"/>
            <a:ext cx="859340" cy="8565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9622" y="3640263"/>
            <a:ext cx="872767" cy="843162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933190" y="1324912"/>
            <a:ext cx="0" cy="695960"/>
          </a:xfrm>
          <a:custGeom>
            <a:avLst/>
            <a:gdLst/>
            <a:ahLst/>
            <a:cxnLst/>
            <a:rect l="l" t="t" r="r" b="b"/>
            <a:pathLst>
              <a:path h="695960">
                <a:moveTo>
                  <a:pt x="0" y="69594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5" name="object 5"/>
          <p:cNvGrpSpPr/>
          <p:nvPr/>
        </p:nvGrpSpPr>
        <p:grpSpPr>
          <a:xfrm>
            <a:off x="926476" y="1324912"/>
            <a:ext cx="832485" cy="695960"/>
            <a:chOff x="926476" y="1324912"/>
            <a:chExt cx="832485" cy="695960"/>
          </a:xfrm>
        </p:grpSpPr>
        <p:sp>
          <p:nvSpPr>
            <p:cNvPr id="6" name="object 6"/>
            <p:cNvSpPr/>
            <p:nvPr/>
          </p:nvSpPr>
          <p:spPr>
            <a:xfrm>
              <a:off x="1732107" y="1324912"/>
              <a:ext cx="0" cy="695960"/>
            </a:xfrm>
            <a:custGeom>
              <a:avLst/>
              <a:gdLst/>
              <a:ahLst/>
              <a:cxnLst/>
              <a:rect l="l" t="t" r="r" b="b"/>
              <a:pathLst>
                <a:path h="695960">
                  <a:moveTo>
                    <a:pt x="0" y="695943"/>
                  </a:moveTo>
                  <a:lnTo>
                    <a:pt x="0" y="0"/>
                  </a:lnTo>
                </a:path>
              </a:pathLst>
            </a:custGeom>
            <a:ln w="268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26476" y="1338295"/>
              <a:ext cx="832485" cy="662940"/>
            </a:xfrm>
            <a:custGeom>
              <a:avLst/>
              <a:gdLst/>
              <a:ahLst/>
              <a:cxnLst/>
              <a:rect l="l" t="t" r="r" b="b"/>
              <a:pathLst>
                <a:path w="832485" h="662939">
                  <a:moveTo>
                    <a:pt x="0" y="0"/>
                  </a:moveTo>
                  <a:lnTo>
                    <a:pt x="832485" y="0"/>
                  </a:lnTo>
                </a:path>
                <a:path w="832485" h="662939">
                  <a:moveTo>
                    <a:pt x="0" y="662484"/>
                  </a:moveTo>
                  <a:lnTo>
                    <a:pt x="832485" y="662484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869103" y="296922"/>
            <a:ext cx="5676900" cy="6978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400" spc="-484" dirty="0">
                <a:solidFill>
                  <a:srgbClr val="2F281F"/>
                </a:solidFill>
              </a:rPr>
              <a:t>Administrator</a:t>
            </a:r>
            <a:r>
              <a:rPr sz="4400" spc="5" dirty="0">
                <a:solidFill>
                  <a:srgbClr val="2F281F"/>
                </a:solidFill>
              </a:rPr>
              <a:t> </a:t>
            </a:r>
            <a:r>
              <a:rPr sz="4400" spc="-390" dirty="0">
                <a:solidFill>
                  <a:srgbClr val="2F281F"/>
                </a:solidFill>
              </a:rPr>
              <a:t>Functionalities</a:t>
            </a:r>
            <a:endParaRPr sz="4400"/>
          </a:p>
        </p:txBody>
      </p:sp>
      <p:sp>
        <p:nvSpPr>
          <p:cNvPr id="9" name="object 9"/>
          <p:cNvSpPr txBox="1"/>
          <p:nvPr/>
        </p:nvSpPr>
        <p:spPr>
          <a:xfrm>
            <a:off x="936679" y="1055091"/>
            <a:ext cx="208279" cy="430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50" u="heavy" spc="-290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..</a:t>
            </a:r>
            <a:r>
              <a:rPr sz="2650" u="none" spc="-290" dirty="0">
                <a:solidFill>
                  <a:srgbClr val="877064"/>
                </a:solidFill>
                <a:latin typeface="Arial"/>
                <a:cs typeface="Arial"/>
              </a:rPr>
              <a:t>.</a:t>
            </a:r>
            <a:endParaRPr sz="26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73308" y="1413843"/>
            <a:ext cx="684530" cy="369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  <a:tabLst>
                <a:tab pos="671195" algn="l"/>
              </a:tabLst>
            </a:pPr>
            <a:r>
              <a:rPr sz="2250" i="1" u="heavy" spc="-790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Verdana"/>
                <a:cs typeface="Verdana"/>
              </a:rPr>
              <a:t>@�</a:t>
            </a:r>
            <a:r>
              <a:rPr sz="2250" i="1" u="heavy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Verdana"/>
                <a:cs typeface="Verdana"/>
              </a:rPr>
              <a:t>	</a:t>
            </a:r>
            <a:endParaRPr sz="2250">
              <a:latin typeface="Verdana"/>
              <a:cs typeface="Verdan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6182" y="1586853"/>
            <a:ext cx="71310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2100" u="heavy" spc="-7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:::-</a:t>
            </a:r>
            <a:r>
              <a:rPr sz="2100" u="heavy" spc="-6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 </a:t>
            </a:r>
            <a:r>
              <a:rPr sz="2100" b="1" u="heavy" spc="-555" dirty="0">
                <a:solidFill>
                  <a:srgbClr val="877064"/>
                </a:solidFill>
                <a:uFill>
                  <a:solidFill>
                    <a:srgbClr val="877064"/>
                  </a:solidFill>
                </a:uFill>
                <a:latin typeface="Arial"/>
                <a:cs typeface="Arial"/>
              </a:rPr>
              <a:t>aooa</a:t>
            </a:r>
            <a:endParaRPr sz="21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49671" y="1289302"/>
            <a:ext cx="5172075" cy="791845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12700" marR="5080" indent="8255">
              <a:lnSpc>
                <a:spcPts val="2850"/>
              </a:lnSpc>
              <a:spcBef>
                <a:spcPts val="475"/>
              </a:spcBef>
            </a:pPr>
            <a:r>
              <a:rPr sz="2650" spc="-95" dirty="0">
                <a:solidFill>
                  <a:srgbClr val="050301"/>
                </a:solidFill>
                <a:latin typeface="Arial"/>
                <a:cs typeface="Arial"/>
              </a:rPr>
              <a:t>Centralized</a:t>
            </a:r>
            <a:r>
              <a:rPr sz="2650" spc="-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75" dirty="0">
                <a:solidFill>
                  <a:srgbClr val="050301"/>
                </a:solidFill>
                <a:latin typeface="Arial"/>
                <a:cs typeface="Arial"/>
              </a:rPr>
              <a:t>dashboard</a:t>
            </a:r>
            <a:r>
              <a:rPr sz="2650" spc="-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for</a:t>
            </a:r>
            <a:r>
              <a:rPr sz="2650" spc="-1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65" dirty="0">
                <a:solidFill>
                  <a:srgbClr val="050301"/>
                </a:solidFill>
                <a:latin typeface="Arial"/>
                <a:cs typeface="Arial"/>
              </a:rPr>
              <a:t>managing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tickets.</a:t>
            </a:r>
            <a:endParaRPr sz="26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048485" y="2453669"/>
            <a:ext cx="4479290" cy="1775460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16510" marR="5080" indent="-4445">
              <a:lnSpc>
                <a:spcPts val="2850"/>
              </a:lnSpc>
              <a:spcBef>
                <a:spcPts val="475"/>
              </a:spcBef>
            </a:pPr>
            <a:r>
              <a:rPr sz="2650" spc="-125" dirty="0">
                <a:solidFill>
                  <a:srgbClr val="050301"/>
                </a:solidFill>
                <a:latin typeface="Arial"/>
                <a:cs typeface="Arial"/>
              </a:rPr>
              <a:t>User</a:t>
            </a:r>
            <a:r>
              <a:rPr sz="2650" spc="-60" dirty="0">
                <a:solidFill>
                  <a:srgbClr val="050301"/>
                </a:solidFill>
                <a:latin typeface="Arial"/>
                <a:cs typeface="Arial"/>
              </a:rPr>
              <a:t> account</a:t>
            </a:r>
            <a:r>
              <a:rPr sz="2650" spc="-1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75" dirty="0">
                <a:solidFill>
                  <a:srgbClr val="050301"/>
                </a:solidFill>
                <a:latin typeface="Arial"/>
                <a:cs typeface="Arial"/>
              </a:rPr>
              <a:t>management</a:t>
            </a:r>
            <a:r>
              <a:rPr sz="2650" spc="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5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monitoring.</a:t>
            </a:r>
            <a:endParaRPr sz="26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475"/>
              </a:spcBef>
            </a:pPr>
            <a:endParaRPr sz="2650">
              <a:latin typeface="Arial"/>
              <a:cs typeface="Arial"/>
            </a:endParaRPr>
          </a:p>
          <a:p>
            <a:pPr marL="19050">
              <a:lnSpc>
                <a:spcPct val="100000"/>
              </a:lnSpc>
            </a:pPr>
            <a:r>
              <a:rPr sz="2650" spc="-114" dirty="0">
                <a:solidFill>
                  <a:srgbClr val="050301"/>
                </a:solidFill>
                <a:latin typeface="Arial"/>
                <a:cs typeface="Arial"/>
              </a:rPr>
              <a:t>Real-</a:t>
            </a:r>
            <a:r>
              <a:rPr sz="2650" spc="-80" dirty="0">
                <a:solidFill>
                  <a:srgbClr val="050301"/>
                </a:solidFill>
                <a:latin typeface="Arial"/>
                <a:cs typeface="Arial"/>
              </a:rPr>
              <a:t>time</a:t>
            </a:r>
            <a:r>
              <a:rPr sz="265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65" dirty="0">
                <a:solidFill>
                  <a:srgbClr val="050301"/>
                </a:solidFill>
                <a:latin typeface="Arial"/>
                <a:cs typeface="Arial"/>
              </a:rPr>
              <a:t>system </a:t>
            </a:r>
            <a:r>
              <a:rPr sz="2650" spc="-60" dirty="0">
                <a:solidFill>
                  <a:srgbClr val="050301"/>
                </a:solidFill>
                <a:latin typeface="Arial"/>
                <a:cs typeface="Arial"/>
              </a:rPr>
              <a:t>data</a:t>
            </a:r>
            <a:r>
              <a:rPr sz="2650" spc="-17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650" spc="-10" dirty="0">
                <a:solidFill>
                  <a:srgbClr val="050301"/>
                </a:solidFill>
                <a:latin typeface="Arial"/>
                <a:cs typeface="Arial"/>
              </a:rPr>
              <a:t>tracking</a:t>
            </a:r>
            <a:endParaRPr sz="26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72767" y="1324912"/>
            <a:ext cx="886195" cy="74947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39903" y="2422362"/>
            <a:ext cx="751923" cy="4951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913049" y="3091539"/>
            <a:ext cx="805631" cy="74947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505803" y="3546579"/>
            <a:ext cx="107417" cy="669176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747492" y="2904170"/>
            <a:ext cx="590796" cy="149895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566552" y="3867783"/>
            <a:ext cx="53708" cy="428273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892908" y="2248375"/>
            <a:ext cx="0" cy="723265"/>
          </a:xfrm>
          <a:custGeom>
            <a:avLst/>
            <a:gdLst/>
            <a:ahLst/>
            <a:cxnLst/>
            <a:rect l="l" t="t" r="r" b="b"/>
            <a:pathLst>
              <a:path h="723264">
                <a:moveTo>
                  <a:pt x="0" y="722711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725394" y="2248375"/>
            <a:ext cx="0" cy="723265"/>
          </a:xfrm>
          <a:custGeom>
            <a:avLst/>
            <a:gdLst/>
            <a:ahLst/>
            <a:cxnLst/>
            <a:rect l="l" t="t" r="r" b="b"/>
            <a:pathLst>
              <a:path h="723264">
                <a:moveTo>
                  <a:pt x="0" y="722711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129841" y="2917552"/>
            <a:ext cx="0" cy="669290"/>
          </a:xfrm>
          <a:custGeom>
            <a:avLst/>
            <a:gdLst/>
            <a:ahLst/>
            <a:cxnLst/>
            <a:rect l="l" t="t" r="r" b="b"/>
            <a:pathLst>
              <a:path h="669289">
                <a:moveTo>
                  <a:pt x="0" y="669176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7149981" y="4122070"/>
            <a:ext cx="0" cy="562610"/>
          </a:xfrm>
          <a:custGeom>
            <a:avLst/>
            <a:gdLst/>
            <a:ahLst/>
            <a:cxnLst/>
            <a:rect l="l" t="t" r="r" b="b"/>
            <a:pathLst>
              <a:path h="562610">
                <a:moveTo>
                  <a:pt x="0" y="562108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049604" y="2917552"/>
            <a:ext cx="0" cy="629285"/>
          </a:xfrm>
          <a:custGeom>
            <a:avLst/>
            <a:gdLst/>
            <a:ahLst/>
            <a:cxnLst/>
            <a:rect l="l" t="t" r="r" b="b"/>
            <a:pathLst>
              <a:path h="629285">
                <a:moveTo>
                  <a:pt x="0" y="629025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345003" y="4202371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8593404" y="3426126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855236" y="4202371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4028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886194" y="2255067"/>
            <a:ext cx="859790" cy="0"/>
          </a:xfrm>
          <a:custGeom>
            <a:avLst/>
            <a:gdLst/>
            <a:ahLst/>
            <a:cxnLst/>
            <a:rect l="l" t="t" r="r" b="b"/>
            <a:pathLst>
              <a:path w="859789">
                <a:moveTo>
                  <a:pt x="0" y="0"/>
                </a:moveTo>
                <a:lnTo>
                  <a:pt x="85934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8338288" y="2924243"/>
            <a:ext cx="537210" cy="0"/>
          </a:xfrm>
          <a:custGeom>
            <a:avLst/>
            <a:gdLst/>
            <a:ahLst/>
            <a:cxnLst/>
            <a:rect l="l" t="t" r="r" b="b"/>
            <a:pathLst>
              <a:path w="537209">
                <a:moveTo>
                  <a:pt x="0" y="0"/>
                </a:moveTo>
                <a:lnTo>
                  <a:pt x="53708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116413" y="2924243"/>
            <a:ext cx="953769" cy="0"/>
          </a:xfrm>
          <a:custGeom>
            <a:avLst/>
            <a:gdLst/>
            <a:ahLst/>
            <a:cxnLst/>
            <a:rect l="l" t="t" r="r" b="b"/>
            <a:pathLst>
              <a:path w="953770">
                <a:moveTo>
                  <a:pt x="0" y="0"/>
                </a:moveTo>
                <a:lnTo>
                  <a:pt x="95333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8311433" y="3559961"/>
            <a:ext cx="591185" cy="0"/>
          </a:xfrm>
          <a:custGeom>
            <a:avLst/>
            <a:gdLst/>
            <a:ahLst/>
            <a:cxnLst/>
            <a:rect l="l" t="t" r="r" b="b"/>
            <a:pathLst>
              <a:path w="591184">
                <a:moveTo>
                  <a:pt x="0" y="0"/>
                </a:moveTo>
                <a:lnTo>
                  <a:pt x="59079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116413" y="3573345"/>
            <a:ext cx="631190" cy="0"/>
          </a:xfrm>
          <a:custGeom>
            <a:avLst/>
            <a:gdLst/>
            <a:ahLst/>
            <a:cxnLst/>
            <a:rect l="l" t="t" r="r" b="b"/>
            <a:pathLst>
              <a:path w="631190">
                <a:moveTo>
                  <a:pt x="0" y="0"/>
                </a:moveTo>
                <a:lnTo>
                  <a:pt x="631078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7116413" y="4155528"/>
            <a:ext cx="631190" cy="0"/>
          </a:xfrm>
          <a:custGeom>
            <a:avLst/>
            <a:gdLst/>
            <a:ahLst/>
            <a:cxnLst/>
            <a:rect l="l" t="t" r="r" b="b"/>
            <a:pathLst>
              <a:path w="631190">
                <a:moveTo>
                  <a:pt x="0" y="0"/>
                </a:moveTo>
                <a:lnTo>
                  <a:pt x="631078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8311433" y="4235830"/>
            <a:ext cx="591185" cy="0"/>
          </a:xfrm>
          <a:custGeom>
            <a:avLst/>
            <a:gdLst/>
            <a:ahLst/>
            <a:cxnLst/>
            <a:rect l="l" t="t" r="r" b="b"/>
            <a:pathLst>
              <a:path w="591184">
                <a:moveTo>
                  <a:pt x="0" y="0"/>
                </a:moveTo>
                <a:lnTo>
                  <a:pt x="590796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116413" y="4610569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8271153" y="4630644"/>
            <a:ext cx="671830" cy="0"/>
          </a:xfrm>
          <a:custGeom>
            <a:avLst/>
            <a:gdLst/>
            <a:ahLst/>
            <a:cxnLst/>
            <a:rect l="l" t="t" r="r" b="b"/>
            <a:pathLst>
              <a:path w="671829">
                <a:moveTo>
                  <a:pt x="0" y="0"/>
                </a:moveTo>
                <a:lnTo>
                  <a:pt x="671359" y="0"/>
                </a:lnTo>
              </a:path>
            </a:pathLst>
          </a:custGeom>
          <a:ln w="4684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6789" rIns="0" bIns="0" rtlCol="0">
            <a:spAutoFit/>
          </a:bodyPr>
          <a:lstStyle/>
          <a:p>
            <a:pPr marL="658495">
              <a:lnSpc>
                <a:spcPct val="100000"/>
              </a:lnSpc>
              <a:spcBef>
                <a:spcPts val="110"/>
              </a:spcBef>
            </a:pPr>
            <a:r>
              <a:rPr sz="4550" b="0" spc="-430" dirty="0">
                <a:solidFill>
                  <a:srgbClr val="2F261F"/>
                </a:solidFill>
                <a:latin typeface="Times New Roman"/>
                <a:cs typeface="Times New Roman"/>
              </a:rPr>
              <a:t>Project</a:t>
            </a:r>
            <a:r>
              <a:rPr sz="4550" b="0" spc="-100" dirty="0">
                <a:solidFill>
                  <a:srgbClr val="2F261F"/>
                </a:solidFill>
                <a:latin typeface="Times New Roman"/>
                <a:cs typeface="Times New Roman"/>
              </a:rPr>
              <a:t> </a:t>
            </a:r>
            <a:r>
              <a:rPr sz="4550" b="0" spc="-495" dirty="0">
                <a:solidFill>
                  <a:srgbClr val="2F261F"/>
                </a:solidFill>
                <a:latin typeface="Times New Roman"/>
                <a:cs typeface="Times New Roman"/>
              </a:rPr>
              <a:t>Deliverables</a:t>
            </a:r>
            <a:endParaRPr sz="4550">
              <a:latin typeface="Times New Roman"/>
              <a:cs typeface="Times New Roman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923716" y="2259980"/>
            <a:ext cx="254000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u="heavy" spc="-25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035614" y="1315093"/>
            <a:ext cx="4332605" cy="748665"/>
          </a:xfrm>
          <a:prstGeom prst="rect">
            <a:avLst/>
          </a:prstGeom>
        </p:spPr>
        <p:txBody>
          <a:bodyPr vert="horz" wrap="square" lIns="0" tIns="57785" rIns="0" bIns="0" rtlCol="0">
            <a:spAutoFit/>
          </a:bodyPr>
          <a:lstStyle/>
          <a:p>
            <a:pPr marL="21590" marR="5080" indent="-9525">
              <a:lnSpc>
                <a:spcPts val="2690"/>
              </a:lnSpc>
              <a:spcBef>
                <a:spcPts val="455"/>
              </a:spcBef>
            </a:pPr>
            <a:r>
              <a:rPr sz="2500" spc="-75" dirty="0">
                <a:solidFill>
                  <a:srgbClr val="050301"/>
                </a:solidFill>
                <a:latin typeface="Arial"/>
                <a:cs typeface="Arial"/>
              </a:rPr>
              <a:t>Functional</a:t>
            </a: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25" dirty="0">
                <a:solidFill>
                  <a:srgbClr val="050301"/>
                </a:solidFill>
                <a:latin typeface="Arial"/>
                <a:cs typeface="Arial"/>
              </a:rPr>
              <a:t>Online</a:t>
            </a:r>
            <a:r>
              <a:rPr sz="2500" spc="-1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65" dirty="0">
                <a:solidFill>
                  <a:srgbClr val="050301"/>
                </a:solidFill>
                <a:latin typeface="Arial"/>
                <a:cs typeface="Arial"/>
              </a:rPr>
              <a:t>Ticket</a:t>
            </a:r>
            <a:r>
              <a:rPr sz="2500" spc="-8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70" dirty="0">
                <a:solidFill>
                  <a:srgbClr val="050301"/>
                </a:solidFill>
                <a:latin typeface="Arial"/>
                <a:cs typeface="Arial"/>
              </a:rPr>
              <a:t>Booking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Website.</a:t>
            </a:r>
            <a:endParaRPr sz="25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2039120" y="2405851"/>
            <a:ext cx="458216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110" dirty="0">
                <a:solidFill>
                  <a:srgbClr val="050301"/>
                </a:solidFill>
                <a:latin typeface="Arial"/>
                <a:cs typeface="Arial"/>
              </a:rPr>
              <a:t>Comprehensive</a:t>
            </a:r>
            <a:r>
              <a:rPr sz="2500" spc="-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Admin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5" dirty="0">
                <a:solidFill>
                  <a:srgbClr val="050301"/>
                </a:solidFill>
                <a:latin typeface="Arial"/>
                <a:cs typeface="Arial"/>
              </a:rPr>
              <a:t>Dashboard.</a:t>
            </a:r>
            <a:endParaRPr sz="25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038488" y="3088412"/>
            <a:ext cx="4408805" cy="755650"/>
          </a:xfrm>
          <a:prstGeom prst="rect">
            <a:avLst/>
          </a:prstGeom>
        </p:spPr>
        <p:txBody>
          <a:bodyPr vert="horz" wrap="square" lIns="0" tIns="52704" rIns="0" bIns="0" rtlCol="0">
            <a:spAutoFit/>
          </a:bodyPr>
          <a:lstStyle/>
          <a:p>
            <a:pPr marL="19050" marR="5080" indent="-6985">
              <a:lnSpc>
                <a:spcPts val="2740"/>
              </a:lnSpc>
              <a:spcBef>
                <a:spcPts val="414"/>
              </a:spcBef>
            </a:pP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Booking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confirmation</a:t>
            </a:r>
            <a:r>
              <a:rPr sz="25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10" dirty="0">
                <a:solidFill>
                  <a:srgbClr val="050301"/>
                </a:solidFill>
                <a:latin typeface="Arial"/>
                <a:cs typeface="Arial"/>
              </a:rPr>
              <a:t>notification system.</a:t>
            </a:r>
            <a:endParaRPr sz="250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947985" y="4106861"/>
            <a:ext cx="736600" cy="4381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700" i="1" u="heavy" spc="-745" dirty="0">
                <a:solidFill>
                  <a:srgbClr val="725D52"/>
                </a:solidFill>
                <a:uFill>
                  <a:solidFill>
                    <a:srgbClr val="725D52"/>
                  </a:solidFill>
                </a:uFill>
                <a:latin typeface="Verdana"/>
                <a:cs typeface="Verdana"/>
              </a:rPr>
              <a:t>15��</a:t>
            </a:r>
            <a:endParaRPr sz="2700">
              <a:latin typeface="Verdana"/>
              <a:cs typeface="Verdana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041029" y="4132327"/>
            <a:ext cx="442976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100" dirty="0">
                <a:solidFill>
                  <a:srgbClr val="050301"/>
                </a:solidFill>
                <a:latin typeface="Arial"/>
                <a:cs typeface="Arial"/>
              </a:rPr>
              <a:t>Technical</a:t>
            </a:r>
            <a:r>
              <a:rPr sz="2500" spc="-4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50" dirty="0">
                <a:solidFill>
                  <a:srgbClr val="050301"/>
                </a:solidFill>
                <a:latin typeface="Arial"/>
                <a:cs typeface="Arial"/>
              </a:rPr>
              <a:t>project</a:t>
            </a:r>
            <a:r>
              <a:rPr sz="2500" spc="-9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500" spc="-45" dirty="0">
                <a:solidFill>
                  <a:srgbClr val="050301"/>
                </a:solidFill>
                <a:latin typeface="Arial"/>
                <a:cs typeface="Arial"/>
              </a:rPr>
              <a:t>documentation.</a:t>
            </a:r>
            <a:endParaRPr sz="2500">
              <a:latin typeface="Arial"/>
              <a:cs typeface="Arial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7147773" y="2997853"/>
            <a:ext cx="134620" cy="0"/>
          </a:xfrm>
          <a:custGeom>
            <a:avLst/>
            <a:gdLst/>
            <a:ahLst/>
            <a:cxnLst/>
            <a:rect l="l" t="t" r="r" b="b"/>
            <a:pathLst>
              <a:path w="134620">
                <a:moveTo>
                  <a:pt x="0" y="0"/>
                </a:moveTo>
                <a:lnTo>
                  <a:pt x="134272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7152713" y="3278907"/>
            <a:ext cx="638175" cy="0"/>
          </a:xfrm>
          <a:custGeom>
            <a:avLst/>
            <a:gdLst/>
            <a:ahLst/>
            <a:cxnLst/>
            <a:rect l="l" t="t" r="r" b="b"/>
            <a:pathLst>
              <a:path w="638175">
                <a:moveTo>
                  <a:pt x="0" y="0"/>
                </a:moveTo>
                <a:lnTo>
                  <a:pt x="637791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 txBox="1"/>
          <p:nvPr/>
        </p:nvSpPr>
        <p:spPr>
          <a:xfrm>
            <a:off x="7109676" y="2552233"/>
            <a:ext cx="404495" cy="5454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2500" spc="-885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5100" spc="-2497" baseline="-35947" dirty="0">
                <a:solidFill>
                  <a:srgbClr val="725D52"/>
                </a:solidFill>
                <a:latin typeface="Arial"/>
                <a:cs typeface="Arial"/>
              </a:rPr>
              <a:t>□</a:t>
            </a:r>
            <a:r>
              <a:rPr sz="2500" spc="-240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2500" spc="-210" dirty="0">
                <a:solidFill>
                  <a:srgbClr val="725D52"/>
                </a:solidFill>
                <a:latin typeface="Arial"/>
                <a:cs typeface="Arial"/>
              </a:rPr>
              <a:t>.</a:t>
            </a:r>
            <a:r>
              <a:rPr sz="5100" spc="-345" baseline="-35947" dirty="0">
                <a:solidFill>
                  <a:srgbClr val="725D52"/>
                </a:solidFill>
                <a:latin typeface="Arial"/>
                <a:cs typeface="Arial"/>
              </a:rPr>
              <a:t>'-</a:t>
            </a:r>
            <a:endParaRPr sz="5100" baseline="-35947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7931628" y="3278907"/>
            <a:ext cx="33655" cy="0"/>
          </a:xfrm>
          <a:custGeom>
            <a:avLst/>
            <a:gdLst/>
            <a:ahLst/>
            <a:cxnLst/>
            <a:rect l="l" t="t" r="r" b="b"/>
            <a:pathLst>
              <a:path w="33654">
                <a:moveTo>
                  <a:pt x="0" y="0"/>
                </a:moveTo>
                <a:lnTo>
                  <a:pt x="33568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/>
          <p:nvPr/>
        </p:nvSpPr>
        <p:spPr>
          <a:xfrm>
            <a:off x="7918929" y="3157978"/>
            <a:ext cx="38100" cy="155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850" spc="-50" dirty="0">
                <a:solidFill>
                  <a:srgbClr val="725D52"/>
                </a:solidFill>
                <a:latin typeface="Times New Roman"/>
                <a:cs typeface="Times New Roman"/>
              </a:rPr>
              <a:t>j</a:t>
            </a:r>
            <a:endParaRPr sz="850">
              <a:latin typeface="Times New Roman"/>
              <a:cs typeface="Times New Roman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7120468" y="2993890"/>
            <a:ext cx="762000" cy="5454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400" spc="105" dirty="0">
                <a:solidFill>
                  <a:srgbClr val="897972"/>
                </a:solidFill>
                <a:latin typeface="Arial"/>
                <a:cs typeface="Arial"/>
              </a:rPr>
              <a:t>·</a:t>
            </a:r>
            <a:r>
              <a:rPr sz="3400" spc="10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r>
              <a:rPr sz="3400" spc="75" dirty="0">
                <a:solidFill>
                  <a:srgbClr val="725D52"/>
                </a:solidFill>
                <a:latin typeface="Arial"/>
                <a:cs typeface="Arial"/>
              </a:rPr>
              <a:t>□</a:t>
            </a:r>
            <a:r>
              <a:rPr sz="3400" spc="-106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endParaRPr sz="34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7733637" y="3320207"/>
            <a:ext cx="19304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130" dirty="0">
                <a:solidFill>
                  <a:srgbClr val="897972"/>
                </a:solidFill>
                <a:latin typeface="Arial"/>
                <a:cs typeface="Arial"/>
              </a:rPr>
              <a:t>=-</a:t>
            </a:r>
            <a:endParaRPr sz="11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7115073" y="3199244"/>
            <a:ext cx="252729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r>
              <a:rPr sz="3075" spc="-817" baseline="-12195" dirty="0">
                <a:solidFill>
                  <a:srgbClr val="897972"/>
                </a:solidFill>
                <a:latin typeface="Arial"/>
                <a:cs typeface="Arial"/>
              </a:rPr>
              <a:t>·</a:t>
            </a:r>
            <a:r>
              <a:rPr sz="1100" spc="40" dirty="0">
                <a:solidFill>
                  <a:srgbClr val="A39A90"/>
                </a:solidFill>
                <a:latin typeface="Arial"/>
                <a:cs typeface="Arial"/>
              </a:rPr>
              <a:t>·</a:t>
            </a:r>
            <a:r>
              <a:rPr sz="1100" spc="-250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r>
              <a:rPr sz="3075" spc="-75" baseline="-12195" dirty="0">
                <a:solidFill>
                  <a:srgbClr val="725D52"/>
                </a:solidFill>
                <a:latin typeface="Arial"/>
                <a:cs typeface="Arial"/>
              </a:rPr>
              <a:t>-</a:t>
            </a:r>
            <a:endParaRPr sz="3075" baseline="-12195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7726579" y="3157606"/>
            <a:ext cx="147955" cy="4610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50" spc="-50" dirty="0">
                <a:solidFill>
                  <a:srgbClr val="725D52"/>
                </a:solidFill>
                <a:latin typeface="Times New Roman"/>
                <a:cs typeface="Times New Roman"/>
              </a:rPr>
              <a:t>-</a:t>
            </a:r>
            <a:endParaRPr sz="285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/>
          <p:nvPr/>
        </p:nvSpPr>
        <p:spPr>
          <a:xfrm>
            <a:off x="8360403" y="3011236"/>
            <a:ext cx="151130" cy="0"/>
          </a:xfrm>
          <a:custGeom>
            <a:avLst/>
            <a:gdLst/>
            <a:ahLst/>
            <a:cxnLst/>
            <a:rect l="l" t="t" r="r" b="b"/>
            <a:pathLst>
              <a:path w="151129">
                <a:moveTo>
                  <a:pt x="0" y="0"/>
                </a:moveTo>
                <a:lnTo>
                  <a:pt x="150759" y="0"/>
                </a:lnTo>
              </a:path>
            </a:pathLst>
          </a:custGeom>
          <a:ln w="12732">
            <a:solidFill>
              <a:srgbClr val="89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2" name="object 42"/>
          <p:cNvSpPr txBox="1"/>
          <p:nvPr/>
        </p:nvSpPr>
        <p:spPr>
          <a:xfrm>
            <a:off x="8347705" y="2909406"/>
            <a:ext cx="18161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35" dirty="0">
                <a:solidFill>
                  <a:srgbClr val="897972"/>
                </a:solidFill>
                <a:latin typeface="Arial"/>
                <a:cs typeface="Arial"/>
              </a:rPr>
              <a:t>•</a:t>
            </a:r>
            <a:r>
              <a:rPr sz="700" spc="35" dirty="0">
                <a:solidFill>
                  <a:srgbClr val="725D52"/>
                </a:solidFill>
                <a:latin typeface="Arial"/>
                <a:cs typeface="Arial"/>
              </a:rPr>
              <a:t>•</a:t>
            </a:r>
            <a:r>
              <a:rPr sz="700" spc="35" dirty="0">
                <a:solidFill>
                  <a:srgbClr val="897972"/>
                </a:solidFill>
                <a:latin typeface="Arial"/>
                <a:cs typeface="Arial"/>
              </a:rPr>
              <a:t>••</a:t>
            </a:r>
            <a:endParaRPr sz="700">
              <a:latin typeface="Arial"/>
              <a:cs typeface="Arial"/>
            </a:endParaRPr>
          </a:p>
        </p:txBody>
      </p:sp>
      <p:sp>
        <p:nvSpPr>
          <p:cNvPr id="43" name="object 43"/>
          <p:cNvSpPr/>
          <p:nvPr/>
        </p:nvSpPr>
        <p:spPr>
          <a:xfrm>
            <a:off x="8746008" y="3011236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/>
          <p:nvPr/>
        </p:nvSpPr>
        <p:spPr>
          <a:xfrm>
            <a:off x="8733309" y="2909406"/>
            <a:ext cx="8763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45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8357005" y="3198607"/>
            <a:ext cx="154940" cy="0"/>
          </a:xfrm>
          <a:custGeom>
            <a:avLst/>
            <a:gdLst/>
            <a:ahLst/>
            <a:cxnLst/>
            <a:rect l="l" t="t" r="r" b="b"/>
            <a:pathLst>
              <a:path w="154940">
                <a:moveTo>
                  <a:pt x="0" y="0"/>
                </a:moveTo>
                <a:lnTo>
                  <a:pt x="154412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8744657" y="3198607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8360064" y="3392667"/>
            <a:ext cx="150495" cy="0"/>
          </a:xfrm>
          <a:custGeom>
            <a:avLst/>
            <a:gdLst/>
            <a:ahLst/>
            <a:cxnLst/>
            <a:rect l="l" t="t" r="r" b="b"/>
            <a:pathLst>
              <a:path w="150495">
                <a:moveTo>
                  <a:pt x="0" y="0"/>
                </a:moveTo>
                <a:lnTo>
                  <a:pt x="150455" y="0"/>
                </a:lnTo>
              </a:path>
            </a:pathLst>
          </a:custGeom>
          <a:ln w="12732">
            <a:solidFill>
              <a:srgbClr val="89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 txBox="1"/>
          <p:nvPr/>
        </p:nvSpPr>
        <p:spPr>
          <a:xfrm>
            <a:off x="8344306" y="3096776"/>
            <a:ext cx="215900" cy="32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spc="145" dirty="0">
                <a:solidFill>
                  <a:srgbClr val="725D52"/>
                </a:solidFill>
                <a:latin typeface="Arial"/>
                <a:cs typeface="Arial"/>
              </a:rPr>
              <a:t>....</a:t>
            </a:r>
            <a:endParaRPr sz="700"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640"/>
              </a:spcBef>
            </a:pPr>
            <a:r>
              <a:rPr sz="750" spc="50" dirty="0">
                <a:solidFill>
                  <a:srgbClr val="725D52"/>
                </a:solidFill>
                <a:latin typeface="Arial"/>
                <a:cs typeface="Arial"/>
              </a:rPr>
              <a:t>••</a:t>
            </a:r>
            <a:r>
              <a:rPr sz="750" spc="50" dirty="0">
                <a:solidFill>
                  <a:srgbClr val="897972"/>
                </a:solidFill>
                <a:latin typeface="Arial"/>
                <a:cs typeface="Arial"/>
              </a:rPr>
              <a:t>..</a:t>
            </a:r>
            <a:endParaRPr sz="750">
              <a:latin typeface="Arial"/>
              <a:cs typeface="Arial"/>
            </a:endParaRPr>
          </a:p>
        </p:txBody>
      </p:sp>
      <p:sp>
        <p:nvSpPr>
          <p:cNvPr id="49" name="object 49"/>
          <p:cNvSpPr/>
          <p:nvPr/>
        </p:nvSpPr>
        <p:spPr>
          <a:xfrm>
            <a:off x="8743961" y="3392667"/>
            <a:ext cx="74295" cy="0"/>
          </a:xfrm>
          <a:custGeom>
            <a:avLst/>
            <a:gdLst/>
            <a:ahLst/>
            <a:cxnLst/>
            <a:rect l="l" t="t" r="r" b="b"/>
            <a:pathLst>
              <a:path w="74295">
                <a:moveTo>
                  <a:pt x="0" y="0"/>
                </a:moveTo>
                <a:lnTo>
                  <a:pt x="73849" y="0"/>
                </a:lnTo>
              </a:path>
            </a:pathLst>
          </a:custGeom>
          <a:ln w="12732">
            <a:solidFill>
              <a:srgbClr val="725D5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 txBox="1"/>
          <p:nvPr/>
        </p:nvSpPr>
        <p:spPr>
          <a:xfrm>
            <a:off x="8731262" y="3096776"/>
            <a:ext cx="121920" cy="32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00"/>
              </a:spcBef>
            </a:pPr>
            <a:r>
              <a:rPr sz="700" b="1" spc="310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40"/>
              </a:spcBef>
            </a:pPr>
            <a:r>
              <a:rPr sz="750" spc="90" dirty="0">
                <a:solidFill>
                  <a:srgbClr val="725D52"/>
                </a:solidFill>
                <a:latin typeface="Arial"/>
                <a:cs typeface="Arial"/>
              </a:rPr>
              <a:t>0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45913" y="1271379"/>
            <a:ext cx="913049" cy="91008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72767" y="3559962"/>
            <a:ext cx="832486" cy="9368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859340" y="2435745"/>
            <a:ext cx="0" cy="897255"/>
          </a:xfrm>
          <a:custGeom>
            <a:avLst/>
            <a:gdLst/>
            <a:ahLst/>
            <a:cxnLst/>
            <a:rect l="l" t="t" r="r" b="b"/>
            <a:pathLst>
              <a:path h="897254">
                <a:moveTo>
                  <a:pt x="0" y="896695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45913" y="2435745"/>
            <a:ext cx="899794" cy="897255"/>
          </a:xfrm>
          <a:custGeom>
            <a:avLst/>
            <a:gdLst/>
            <a:ahLst/>
            <a:cxnLst/>
            <a:rect l="l" t="t" r="r" b="b"/>
            <a:pathLst>
              <a:path w="899794" h="897254">
                <a:moveTo>
                  <a:pt x="872767" y="896695"/>
                </a:moveTo>
                <a:lnTo>
                  <a:pt x="872767" y="0"/>
                </a:lnTo>
              </a:path>
              <a:path w="899794" h="897254">
                <a:moveTo>
                  <a:pt x="0" y="6691"/>
                </a:moveTo>
                <a:lnTo>
                  <a:pt x="899621" y="6691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7040" rIns="0" bIns="0" rtlCol="0">
            <a:spAutoFit/>
          </a:bodyPr>
          <a:lstStyle/>
          <a:p>
            <a:pPr marL="631825">
              <a:lnSpc>
                <a:spcPct val="100000"/>
              </a:lnSpc>
              <a:spcBef>
                <a:spcPts val="110"/>
              </a:spcBef>
            </a:pPr>
            <a:r>
              <a:rPr sz="4600" b="0" spc="-795" dirty="0">
                <a:solidFill>
                  <a:srgbClr val="342B23"/>
                </a:solidFill>
                <a:latin typeface="Times New Roman"/>
                <a:cs typeface="Times New Roman"/>
              </a:rPr>
              <a:t>Key</a:t>
            </a:r>
            <a:r>
              <a:rPr sz="4600" b="0" spc="-380" dirty="0">
                <a:solidFill>
                  <a:srgbClr val="342B23"/>
                </a:solidFill>
                <a:latin typeface="Times New Roman"/>
                <a:cs typeface="Times New Roman"/>
              </a:rPr>
              <a:t> </a:t>
            </a:r>
            <a:r>
              <a:rPr sz="4600" b="0" spc="-434" dirty="0">
                <a:solidFill>
                  <a:srgbClr val="342B23"/>
                </a:solidFill>
                <a:latin typeface="Times New Roman"/>
                <a:cs typeface="Times New Roman"/>
              </a:rPr>
              <a:t>Project</a:t>
            </a:r>
            <a:r>
              <a:rPr sz="4600" b="0" spc="-210" dirty="0">
                <a:solidFill>
                  <a:srgbClr val="342B23"/>
                </a:solidFill>
                <a:latin typeface="Times New Roman"/>
                <a:cs typeface="Times New Roman"/>
              </a:rPr>
              <a:t> </a:t>
            </a:r>
            <a:r>
              <a:rPr sz="4600" b="0" spc="-520" dirty="0">
                <a:solidFill>
                  <a:srgbClr val="342B23"/>
                </a:solidFill>
                <a:latin typeface="Times New Roman"/>
                <a:cs typeface="Times New Roman"/>
              </a:rPr>
              <a:t>Milestones</a:t>
            </a:r>
            <a:endParaRPr sz="46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66741" y="1276569"/>
            <a:ext cx="5041265" cy="3149600"/>
          </a:xfrm>
          <a:prstGeom prst="rect">
            <a:avLst/>
          </a:prstGeom>
        </p:spPr>
        <p:txBody>
          <a:bodyPr vert="horz" wrap="square" lIns="0" tIns="67945" rIns="0" bIns="0" rtlCol="0">
            <a:spAutoFit/>
          </a:bodyPr>
          <a:lstStyle/>
          <a:p>
            <a:pPr marL="1170940" marR="5080" indent="1270">
              <a:lnSpc>
                <a:spcPts val="2900"/>
              </a:lnSpc>
              <a:spcBef>
                <a:spcPts val="535"/>
              </a:spcBef>
            </a:pPr>
            <a:r>
              <a:rPr sz="2750" spc="-95" dirty="0">
                <a:solidFill>
                  <a:srgbClr val="050301"/>
                </a:solidFill>
                <a:latin typeface="Arial"/>
                <a:cs typeface="Arial"/>
              </a:rPr>
              <a:t>Requirement</a:t>
            </a:r>
            <a:r>
              <a:rPr sz="2750" spc="3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75" dirty="0">
                <a:solidFill>
                  <a:srgbClr val="050301"/>
                </a:solidFill>
                <a:latin typeface="Arial"/>
                <a:cs typeface="Arial"/>
              </a:rPr>
              <a:t>Analysis</a:t>
            </a:r>
            <a:r>
              <a:rPr sz="2750" spc="-10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2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750" spc="-100" dirty="0">
                <a:solidFill>
                  <a:srgbClr val="050301"/>
                </a:solidFill>
                <a:latin typeface="Arial"/>
                <a:cs typeface="Arial"/>
              </a:rPr>
              <a:t>System</a:t>
            </a:r>
            <a:r>
              <a:rPr sz="2750" spc="-6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0" dirty="0">
                <a:solidFill>
                  <a:srgbClr val="050301"/>
                </a:solidFill>
                <a:latin typeface="Arial"/>
                <a:cs typeface="Arial"/>
              </a:rPr>
              <a:t>Design.</a:t>
            </a:r>
            <a:endParaRPr sz="2750">
              <a:latin typeface="Arial"/>
              <a:cs typeface="Arial"/>
            </a:endParaRPr>
          </a:p>
          <a:p>
            <a:pPr marL="35560">
              <a:lnSpc>
                <a:spcPct val="100000"/>
              </a:lnSpc>
              <a:spcBef>
                <a:spcPts val="2985"/>
              </a:spcBef>
            </a:pPr>
            <a:r>
              <a:rPr sz="650" b="1" u="heavy" spc="-25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  <a:p>
            <a:pPr>
              <a:lnSpc>
                <a:spcPts val="3110"/>
              </a:lnSpc>
              <a:spcBef>
                <a:spcPts val="500"/>
              </a:spcBef>
              <a:tabLst>
                <a:tab pos="1176655" algn="l"/>
              </a:tabLst>
            </a:pPr>
            <a:r>
              <a:rPr sz="2900" spc="-25" dirty="0">
                <a:solidFill>
                  <a:srgbClr val="756254"/>
                </a:solidFill>
                <a:latin typeface="Arial"/>
                <a:cs typeface="Arial"/>
              </a:rPr>
              <a:t>�@</a:t>
            </a:r>
            <a:r>
              <a:rPr sz="2900" dirty="0">
                <a:solidFill>
                  <a:srgbClr val="756254"/>
                </a:solidFill>
                <a:latin typeface="Arial"/>
                <a:cs typeface="Arial"/>
              </a:rPr>
              <a:t>	</a:t>
            </a:r>
            <a:r>
              <a:rPr sz="2750" spc="-160" dirty="0">
                <a:solidFill>
                  <a:srgbClr val="050301"/>
                </a:solidFill>
                <a:latin typeface="Arial"/>
                <a:cs typeface="Arial"/>
              </a:rPr>
              <a:t>Core</a:t>
            </a:r>
            <a:r>
              <a:rPr sz="2750" spc="-15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10" dirty="0">
                <a:solidFill>
                  <a:srgbClr val="050301"/>
                </a:solidFill>
                <a:latin typeface="Arial"/>
                <a:cs typeface="Arial"/>
              </a:rPr>
              <a:t>Development</a:t>
            </a:r>
            <a:r>
              <a:rPr sz="2750" spc="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10" dirty="0">
                <a:solidFill>
                  <a:srgbClr val="050301"/>
                </a:solidFill>
                <a:latin typeface="Arial"/>
                <a:cs typeface="Arial"/>
              </a:rPr>
              <a:t>phase.</a:t>
            </a:r>
            <a:endParaRPr sz="2750">
              <a:latin typeface="Arial"/>
              <a:cs typeface="Arial"/>
            </a:endParaRPr>
          </a:p>
          <a:p>
            <a:pPr marL="26670">
              <a:lnSpc>
                <a:spcPts val="2030"/>
              </a:lnSpc>
            </a:pPr>
            <a:r>
              <a:rPr sz="2000" u="heavy" spc="395" dirty="0">
                <a:solidFill>
                  <a:srgbClr val="756254"/>
                </a:solidFill>
                <a:uFill>
                  <a:solidFill>
                    <a:srgbClr val="756254"/>
                  </a:solidFill>
                </a:uFill>
                <a:latin typeface="Courier New"/>
                <a:cs typeface="Courier New"/>
              </a:rPr>
              <a:t>�&lt;/&gt;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915"/>
              </a:spcBef>
            </a:pPr>
            <a:endParaRPr sz="2000">
              <a:latin typeface="Courier New"/>
              <a:cs typeface="Courier New"/>
            </a:endParaRPr>
          </a:p>
          <a:p>
            <a:pPr marL="1173480" marR="460375" indent="-1270">
              <a:lnSpc>
                <a:spcPts val="2900"/>
              </a:lnSpc>
            </a:pPr>
            <a:r>
              <a:rPr sz="2750" spc="-105" dirty="0">
                <a:solidFill>
                  <a:srgbClr val="050301"/>
                </a:solidFill>
                <a:latin typeface="Arial"/>
                <a:cs typeface="Arial"/>
              </a:rPr>
              <a:t>Testing,</a:t>
            </a:r>
            <a:r>
              <a:rPr sz="2750" spc="-4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750" spc="-90" dirty="0">
                <a:solidFill>
                  <a:srgbClr val="050301"/>
                </a:solidFill>
                <a:latin typeface="Arial"/>
                <a:cs typeface="Arial"/>
              </a:rPr>
              <a:t>Validation,</a:t>
            </a:r>
            <a:r>
              <a:rPr sz="2750" spc="-25" dirty="0">
                <a:solidFill>
                  <a:srgbClr val="050301"/>
                </a:solidFill>
                <a:latin typeface="Arial"/>
                <a:cs typeface="Arial"/>
              </a:rPr>
              <a:t> and </a:t>
            </a:r>
            <a:r>
              <a:rPr sz="2750" spc="-30" dirty="0">
                <a:solidFill>
                  <a:srgbClr val="050301"/>
                </a:solidFill>
                <a:latin typeface="Arial"/>
                <a:cs typeface="Arial"/>
              </a:rPr>
              <a:t>Deployment.</a:t>
            </a:r>
            <a:endParaRPr sz="2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2486" y="1271379"/>
            <a:ext cx="899622" cy="81639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32486" y="4229139"/>
            <a:ext cx="429670" cy="28105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235302" y="3827632"/>
            <a:ext cx="497205" cy="0"/>
          </a:xfrm>
          <a:custGeom>
            <a:avLst/>
            <a:gdLst/>
            <a:ahLst/>
            <a:cxnLst/>
            <a:rect l="l" t="t" r="r" b="b"/>
            <a:pathLst>
              <a:path w="497205">
                <a:moveTo>
                  <a:pt x="0" y="0"/>
                </a:moveTo>
                <a:lnTo>
                  <a:pt x="496805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389" rIns="0" bIns="0" rtlCol="0">
            <a:spAutoFit/>
          </a:bodyPr>
          <a:lstStyle/>
          <a:p>
            <a:pPr marL="598170">
              <a:lnSpc>
                <a:spcPct val="100000"/>
              </a:lnSpc>
              <a:spcBef>
                <a:spcPts val="110"/>
              </a:spcBef>
            </a:pPr>
            <a:r>
              <a:rPr sz="4500" spc="-580" dirty="0">
                <a:solidFill>
                  <a:srgbClr val="3B3128"/>
                </a:solidFill>
              </a:rPr>
              <a:t>Constraints</a:t>
            </a:r>
            <a:r>
              <a:rPr sz="4500" spc="-265" dirty="0">
                <a:solidFill>
                  <a:srgbClr val="3B3128"/>
                </a:solidFill>
              </a:rPr>
              <a:t> </a:t>
            </a:r>
            <a:r>
              <a:rPr sz="4350" b="0" spc="-985" dirty="0">
                <a:solidFill>
                  <a:srgbClr val="3B3128"/>
                </a:solidFill>
                <a:latin typeface="Times New Roman"/>
                <a:cs typeface="Times New Roman"/>
              </a:rPr>
              <a:t>&amp;</a:t>
            </a:r>
            <a:r>
              <a:rPr sz="4350" b="0" spc="-509" dirty="0">
                <a:solidFill>
                  <a:srgbClr val="3B3128"/>
                </a:solidFill>
                <a:latin typeface="Times New Roman"/>
                <a:cs typeface="Times New Roman"/>
              </a:rPr>
              <a:t> </a:t>
            </a:r>
            <a:r>
              <a:rPr sz="4500" spc="-585" dirty="0">
                <a:solidFill>
                  <a:srgbClr val="3B3128"/>
                </a:solidFill>
              </a:rPr>
              <a:t>Limitations</a:t>
            </a:r>
            <a:endParaRPr sz="45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05067" y="1263511"/>
            <a:ext cx="3551554" cy="828040"/>
          </a:xfrm>
          <a:prstGeom prst="rect">
            <a:avLst/>
          </a:prstGeom>
        </p:spPr>
        <p:txBody>
          <a:bodyPr vert="horz" wrap="square" lIns="0" tIns="69215" rIns="0" bIns="0" rtlCol="0">
            <a:spAutoFit/>
          </a:bodyPr>
          <a:lstStyle/>
          <a:p>
            <a:pPr marL="22860" marR="5080" indent="-10795">
              <a:lnSpc>
                <a:spcPts val="2950"/>
              </a:lnSpc>
              <a:spcBef>
                <a:spcPts val="545"/>
              </a:spcBef>
            </a:pPr>
            <a:r>
              <a:rPr sz="2800" spc="-45" dirty="0">
                <a:solidFill>
                  <a:srgbClr val="050301"/>
                </a:solidFill>
                <a:latin typeface="Arial"/>
                <a:cs typeface="Arial"/>
              </a:rPr>
              <a:t>Strict</a:t>
            </a:r>
            <a:r>
              <a:rPr sz="2800" spc="-2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55" dirty="0">
                <a:solidFill>
                  <a:srgbClr val="050301"/>
                </a:solidFill>
                <a:latin typeface="Arial"/>
                <a:cs typeface="Arial"/>
              </a:rPr>
              <a:t>adherence</a:t>
            </a:r>
            <a:r>
              <a:rPr sz="2800" spc="-2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dirty="0">
                <a:solidFill>
                  <a:srgbClr val="050301"/>
                </a:solidFill>
                <a:latin typeface="Arial"/>
                <a:cs typeface="Arial"/>
              </a:rPr>
              <a:t>to</a:t>
            </a:r>
            <a:r>
              <a:rPr sz="2800" spc="-2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20" dirty="0">
                <a:solidFill>
                  <a:srgbClr val="050301"/>
                </a:solidFill>
                <a:latin typeface="Arial"/>
                <a:cs typeface="Arial"/>
              </a:rPr>
              <a:t>time </a:t>
            </a:r>
            <a:r>
              <a:rPr sz="2800" spc="-135" dirty="0">
                <a:solidFill>
                  <a:srgbClr val="050301"/>
                </a:solidFill>
                <a:latin typeface="Arial"/>
                <a:cs typeface="Arial"/>
              </a:rPr>
              <a:t>and</a:t>
            </a:r>
            <a:r>
              <a:rPr sz="2800" spc="-1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budget.</a:t>
            </a:r>
            <a:endParaRPr sz="28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5075" y="2447953"/>
            <a:ext cx="274955" cy="4533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800" spc="-785" dirty="0">
                <a:solidFill>
                  <a:srgbClr val="70594D"/>
                </a:solidFill>
                <a:latin typeface="Arial"/>
                <a:cs typeface="Arial"/>
              </a:rPr>
              <a:t>�</a:t>
            </a:r>
            <a:endParaRPr sz="2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11340" y="2447953"/>
            <a:ext cx="3253740" cy="821690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 marR="5080" indent="1270">
              <a:lnSpc>
                <a:spcPts val="2900"/>
              </a:lnSpc>
              <a:spcBef>
                <a:spcPts val="585"/>
              </a:spcBef>
            </a:pPr>
            <a:r>
              <a:rPr sz="2800" spc="-180" dirty="0">
                <a:solidFill>
                  <a:srgbClr val="050301"/>
                </a:solidFill>
                <a:latin typeface="Arial"/>
                <a:cs typeface="Arial"/>
              </a:rPr>
              <a:t>Heavy</a:t>
            </a:r>
            <a:r>
              <a:rPr sz="2800" spc="-8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45" dirty="0">
                <a:solidFill>
                  <a:srgbClr val="050301"/>
                </a:solidFill>
                <a:latin typeface="Arial"/>
                <a:cs typeface="Arial"/>
              </a:rPr>
              <a:t>dependency</a:t>
            </a:r>
            <a:r>
              <a:rPr sz="2800" spc="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95" dirty="0">
                <a:solidFill>
                  <a:srgbClr val="050301"/>
                </a:solidFill>
                <a:latin typeface="Arial"/>
                <a:cs typeface="Arial"/>
              </a:rPr>
              <a:t>on </a:t>
            </a:r>
            <a:r>
              <a:rPr sz="2800" spc="-75" dirty="0">
                <a:solidFill>
                  <a:srgbClr val="050301"/>
                </a:solidFill>
                <a:latin typeface="Arial"/>
                <a:cs typeface="Arial"/>
              </a:rPr>
              <a:t>internet</a:t>
            </a:r>
            <a:r>
              <a:rPr sz="28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connectivity.</a:t>
            </a:r>
            <a:endParaRPr sz="2800">
              <a:latin typeface="Arial"/>
              <a:cs typeface="Arial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043121" y="3185223"/>
            <a:ext cx="644525" cy="0"/>
          </a:xfrm>
          <a:custGeom>
            <a:avLst/>
            <a:gdLst/>
            <a:ahLst/>
            <a:cxnLst/>
            <a:rect l="l" t="t" r="r" b="b"/>
            <a:pathLst>
              <a:path w="644525">
                <a:moveTo>
                  <a:pt x="0" y="0"/>
                </a:moveTo>
                <a:lnTo>
                  <a:pt x="644505" y="0"/>
                </a:lnTo>
              </a:path>
            </a:pathLst>
          </a:custGeom>
          <a:ln w="12732">
            <a:solidFill>
              <a:srgbClr val="70594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030421" y="2656839"/>
            <a:ext cx="534035" cy="6445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050" spc="-110" dirty="0">
                <a:solidFill>
                  <a:srgbClr val="70594D"/>
                </a:solidFill>
                <a:latin typeface="Arial"/>
                <a:cs typeface="Arial"/>
              </a:rPr>
              <a:t>LJ</a:t>
            </a:r>
            <a:endParaRPr sz="40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11898" y="4209236"/>
            <a:ext cx="94996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spc="285" dirty="0">
                <a:solidFill>
                  <a:srgbClr val="70594D"/>
                </a:solidFill>
                <a:latin typeface="Arial"/>
                <a:cs typeface="Arial"/>
              </a:rPr>
              <a:t>r-</a:t>
            </a:r>
            <a:r>
              <a:rPr sz="950" spc="280" dirty="0">
                <a:solidFill>
                  <a:srgbClr val="70594D"/>
                </a:solidFill>
                <a:latin typeface="Arial"/>
                <a:cs typeface="Arial"/>
              </a:rPr>
              <a:t>--</a:t>
            </a:r>
            <a:r>
              <a:rPr sz="950" spc="275" dirty="0">
                <a:solidFill>
                  <a:srgbClr val="70594D"/>
                </a:solidFill>
                <a:latin typeface="Arial"/>
                <a:cs typeface="Arial"/>
              </a:rPr>
              <a:t>"\-</a:t>
            </a:r>
            <a:r>
              <a:rPr sz="950" spc="350" dirty="0">
                <a:solidFill>
                  <a:srgbClr val="70594D"/>
                </a:solidFill>
                <a:latin typeface="Arial"/>
                <a:cs typeface="Arial"/>
              </a:rPr>
              <a:t>"=.J</a:t>
            </a:r>
            <a:endParaRPr sz="9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71714" y="3612646"/>
            <a:ext cx="4979670" cy="814705"/>
          </a:xfrm>
          <a:prstGeom prst="rect">
            <a:avLst/>
          </a:prstGeom>
        </p:spPr>
        <p:txBody>
          <a:bodyPr vert="horz" wrap="square" lIns="0" tIns="92075" rIns="0" bIns="0" rtlCol="0">
            <a:spAutoFit/>
          </a:bodyPr>
          <a:lstStyle/>
          <a:p>
            <a:pPr marL="652145" marR="5080" indent="-640080">
              <a:lnSpc>
                <a:spcPts val="2790"/>
              </a:lnSpc>
              <a:spcBef>
                <a:spcPts val="725"/>
              </a:spcBef>
              <a:tabLst>
                <a:tab pos="650875" algn="l"/>
              </a:tabLst>
            </a:pPr>
            <a:r>
              <a:rPr sz="2850" spc="-680" dirty="0">
                <a:solidFill>
                  <a:srgbClr val="70594D"/>
                </a:solidFill>
                <a:latin typeface="Arial"/>
                <a:cs typeface="Arial"/>
              </a:rPr>
              <a:t>o:o</a:t>
            </a:r>
            <a:r>
              <a:rPr sz="2850" dirty="0">
                <a:solidFill>
                  <a:srgbClr val="70594D"/>
                </a:solidFill>
                <a:latin typeface="Arial"/>
                <a:cs typeface="Arial"/>
              </a:rPr>
              <a:t>	</a:t>
            </a:r>
            <a:r>
              <a:rPr sz="2800" spc="-110" dirty="0">
                <a:solidFill>
                  <a:srgbClr val="050301"/>
                </a:solidFill>
                <a:latin typeface="Arial"/>
                <a:cs typeface="Arial"/>
              </a:rPr>
              <a:t>Complexities</a:t>
            </a:r>
            <a:r>
              <a:rPr sz="2800" spc="-3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0" dirty="0">
                <a:solidFill>
                  <a:srgbClr val="050301"/>
                </a:solidFill>
                <a:latin typeface="Arial"/>
                <a:cs typeface="Arial"/>
              </a:rPr>
              <a:t>in</a:t>
            </a:r>
            <a:r>
              <a:rPr sz="2800" spc="-229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75" dirty="0">
                <a:solidFill>
                  <a:srgbClr val="050301"/>
                </a:solidFill>
                <a:latin typeface="Arial"/>
                <a:cs typeface="Arial"/>
              </a:rPr>
              <a:t>security</a:t>
            </a:r>
            <a:r>
              <a:rPr sz="2800" spc="-5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25" dirty="0">
                <a:solidFill>
                  <a:srgbClr val="050301"/>
                </a:solidFill>
                <a:latin typeface="Arial"/>
                <a:cs typeface="Arial"/>
              </a:rPr>
              <a:t>and </a:t>
            </a:r>
            <a:r>
              <a:rPr sz="2800" spc="-120" dirty="0">
                <a:solidFill>
                  <a:srgbClr val="050301"/>
                </a:solidFill>
                <a:latin typeface="Arial"/>
                <a:cs typeface="Arial"/>
              </a:rPr>
              <a:t>payment</a:t>
            </a:r>
            <a:r>
              <a:rPr sz="2800" spc="-15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050301"/>
                </a:solidFill>
                <a:latin typeface="Arial"/>
                <a:cs typeface="Arial"/>
              </a:rPr>
              <a:t>gateway</a:t>
            </a:r>
            <a:r>
              <a:rPr sz="2800" spc="-60" dirty="0">
                <a:solidFill>
                  <a:srgbClr val="050301"/>
                </a:solidFill>
                <a:latin typeface="Arial"/>
                <a:cs typeface="Arial"/>
              </a:rPr>
              <a:t> </a:t>
            </a:r>
            <a:r>
              <a:rPr sz="2800" spc="-80" dirty="0">
                <a:solidFill>
                  <a:srgbClr val="050301"/>
                </a:solidFill>
                <a:latin typeface="Arial"/>
                <a:cs typeface="Arial"/>
              </a:rPr>
              <a:t>integration.</a:t>
            </a:r>
            <a:endParaRPr sz="2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7602" y="1887020"/>
            <a:ext cx="255116" cy="62902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766002" y="1913788"/>
            <a:ext cx="255116" cy="60225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86469" y="1539049"/>
            <a:ext cx="1584408" cy="97699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136229" y="1927171"/>
            <a:ext cx="255116" cy="58887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828056" y="1887020"/>
            <a:ext cx="255116" cy="629025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69951" y="2569580"/>
            <a:ext cx="0" cy="2034539"/>
          </a:xfrm>
          <a:custGeom>
            <a:avLst/>
            <a:gdLst/>
            <a:ahLst/>
            <a:cxnLst/>
            <a:rect l="l" t="t" r="r" b="b"/>
            <a:pathLst>
              <a:path h="2034539">
                <a:moveTo>
                  <a:pt x="0" y="20342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940229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155064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625342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846891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10455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532004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6995568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7217117" y="2569580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8687396" y="2569580"/>
            <a:ext cx="0" cy="2034539"/>
          </a:xfrm>
          <a:custGeom>
            <a:avLst/>
            <a:gdLst/>
            <a:ahLst/>
            <a:cxnLst/>
            <a:rect l="l" t="t" r="r" b="b"/>
            <a:pathLst>
              <a:path h="2034539">
                <a:moveTo>
                  <a:pt x="0" y="20342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5370879" y="1913788"/>
            <a:ext cx="2457450" cy="0"/>
          </a:xfrm>
          <a:custGeom>
            <a:avLst/>
            <a:gdLst/>
            <a:ahLst/>
            <a:cxnLst/>
            <a:rect l="l" t="t" r="r" b="b"/>
            <a:pathLst>
              <a:path w="2457450">
                <a:moveTo>
                  <a:pt x="0" y="0"/>
                </a:moveTo>
                <a:lnTo>
                  <a:pt x="245717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1342719" y="1907095"/>
            <a:ext cx="2444115" cy="0"/>
          </a:xfrm>
          <a:custGeom>
            <a:avLst/>
            <a:gdLst/>
            <a:ahLst/>
            <a:cxnLst/>
            <a:rect l="l" t="t" r="r" b="b"/>
            <a:pathLst>
              <a:path w="2444115">
                <a:moveTo>
                  <a:pt x="0" y="0"/>
                </a:moveTo>
                <a:lnTo>
                  <a:pt x="24437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370879" y="2034239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3021119" y="2034239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083171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425239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6391345" y="2368827"/>
            <a:ext cx="416559" cy="0"/>
          </a:xfrm>
          <a:custGeom>
            <a:avLst/>
            <a:gdLst/>
            <a:ahLst/>
            <a:cxnLst/>
            <a:rect l="l" t="t" r="r" b="b"/>
            <a:pathLst>
              <a:path w="416559">
                <a:moveTo>
                  <a:pt x="0" y="0"/>
                </a:moveTo>
                <a:lnTo>
                  <a:pt x="41624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342719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684787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5733412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3021119" y="2368827"/>
            <a:ext cx="416559" cy="0"/>
          </a:xfrm>
          <a:custGeom>
            <a:avLst/>
            <a:gdLst/>
            <a:ahLst/>
            <a:cxnLst/>
            <a:rect l="l" t="t" r="r" b="b"/>
            <a:pathLst>
              <a:path w="416560">
                <a:moveTo>
                  <a:pt x="0" y="0"/>
                </a:moveTo>
                <a:lnTo>
                  <a:pt x="41624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363186" y="236882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 txBox="1"/>
          <p:nvPr/>
        </p:nvSpPr>
        <p:spPr>
          <a:xfrm>
            <a:off x="460020" y="349992"/>
            <a:ext cx="7996555" cy="5302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3397885" algn="l"/>
              </a:tabLst>
            </a:pPr>
            <a:r>
              <a:rPr sz="3300" b="1" spc="-135" dirty="0">
                <a:solidFill>
                  <a:srgbClr val="1A1611"/>
                </a:solidFill>
                <a:latin typeface="Times New Roman"/>
                <a:cs typeface="Times New Roman"/>
              </a:rPr>
              <a:t>Work</a:t>
            </a:r>
            <a:r>
              <a:rPr sz="3300" b="1" spc="-70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10" dirty="0">
                <a:solidFill>
                  <a:srgbClr val="1A1611"/>
                </a:solidFill>
                <a:latin typeface="Times New Roman"/>
                <a:cs typeface="Times New Roman"/>
              </a:rPr>
              <a:t>Breakdo'\Vn</a:t>
            </a:r>
            <a:r>
              <a:rPr sz="3300" b="1" dirty="0">
                <a:solidFill>
                  <a:srgbClr val="1A1611"/>
                </a:solidFill>
                <a:latin typeface="Times New Roman"/>
                <a:cs typeface="Times New Roman"/>
              </a:rPr>
              <a:t>	</a:t>
            </a:r>
            <a:r>
              <a:rPr sz="3300" b="1" spc="-105" dirty="0">
                <a:solidFill>
                  <a:srgbClr val="1A1611"/>
                </a:solidFill>
                <a:latin typeface="Times New Roman"/>
                <a:cs typeface="Times New Roman"/>
              </a:rPr>
              <a:t>Structure</a:t>
            </a:r>
            <a:r>
              <a:rPr sz="3300" b="1" spc="-35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125" dirty="0">
                <a:solidFill>
                  <a:srgbClr val="1A1611"/>
                </a:solidFill>
                <a:latin typeface="Times New Roman"/>
                <a:cs typeface="Times New Roman"/>
              </a:rPr>
              <a:t>(WBS)</a:t>
            </a:r>
            <a:r>
              <a:rPr sz="3300" b="1" spc="-160" dirty="0">
                <a:solidFill>
                  <a:srgbClr val="1A1611"/>
                </a:solidFill>
                <a:latin typeface="Times New Roman"/>
                <a:cs typeface="Times New Roman"/>
              </a:rPr>
              <a:t> </a:t>
            </a:r>
            <a:r>
              <a:rPr sz="3300" b="1" spc="-55" dirty="0">
                <a:solidFill>
                  <a:srgbClr val="1A1611"/>
                </a:solidFill>
                <a:latin typeface="Times New Roman"/>
                <a:cs typeface="Times New Roman"/>
              </a:rPr>
              <a:t>Overview</a:t>
            </a:r>
            <a:endParaRPr sz="33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4301384" y="1337306"/>
            <a:ext cx="559435" cy="3009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00" spc="-25" dirty="0">
                <a:solidFill>
                  <a:srgbClr val="010100"/>
                </a:solidFill>
                <a:latin typeface="Arial"/>
                <a:cs typeface="Arial"/>
              </a:rPr>
              <a:t>WBS</a:t>
            </a:r>
            <a:endParaRPr sz="18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638054" y="2613156"/>
            <a:ext cx="1155700" cy="1607820"/>
          </a:xfrm>
          <a:prstGeom prst="rect">
            <a:avLst/>
          </a:prstGeom>
        </p:spPr>
        <p:txBody>
          <a:bodyPr vert="horz" wrap="square" lIns="0" tIns="41910" rIns="0" bIns="0" rtlCol="0">
            <a:spAutoFit/>
          </a:bodyPr>
          <a:lstStyle/>
          <a:p>
            <a:pPr marL="12700" marR="29845" indent="260985">
              <a:lnSpc>
                <a:spcPts val="1530"/>
              </a:lnSpc>
              <a:spcBef>
                <a:spcPts val="33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P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ro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j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ect Ma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ageme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r>
              <a:rPr sz="1450" spc="-10" dirty="0">
                <a:solidFill>
                  <a:srgbClr val="2D2B26"/>
                </a:solidFill>
                <a:latin typeface="Arial"/>
                <a:cs typeface="Arial"/>
              </a:rPr>
              <a:t>t</a:t>
            </a:r>
            <a:endParaRPr sz="1450">
              <a:latin typeface="Arial"/>
              <a:cs typeface="Arial"/>
            </a:endParaRPr>
          </a:p>
          <a:p>
            <a:pPr marL="184150">
              <a:lnSpc>
                <a:spcPts val="4980"/>
              </a:lnSpc>
            </a:pPr>
            <a:r>
              <a:rPr sz="4300" b="1" spc="-50" dirty="0">
                <a:solidFill>
                  <a:srgbClr val="A57972"/>
                </a:solidFill>
                <a:latin typeface="Arial"/>
                <a:cs typeface="Arial"/>
              </a:rPr>
              <a:t>0</a:t>
            </a:r>
            <a:endParaRPr sz="4300">
              <a:latin typeface="Arial"/>
              <a:cs typeface="Arial"/>
            </a:endParaRPr>
          </a:p>
          <a:p>
            <a:pPr marL="142240" marR="5080" indent="-123189">
              <a:lnSpc>
                <a:spcPct val="105400"/>
              </a:lnSpc>
              <a:spcBef>
                <a:spcPts val="390"/>
              </a:spcBef>
              <a:buClr>
                <a:srgbClr val="9C978C"/>
              </a:buClr>
              <a:buChar char="•"/>
              <a:tabLst>
                <a:tab pos="144145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Planning, 	</a:t>
            </a: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Scheduling,</a:t>
            </a:r>
            <a:r>
              <a:rPr sz="1000" spc="305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20" dirty="0">
                <a:solidFill>
                  <a:srgbClr val="2D2B26"/>
                </a:solidFill>
                <a:latin typeface="Arial"/>
                <a:cs typeface="Arial"/>
              </a:rPr>
              <a:t>Risk 	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Management</a:t>
            </a:r>
            <a:endParaRPr sz="10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2490266" y="2619848"/>
            <a:ext cx="81915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Resea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r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c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h</a:t>
            </a:r>
            <a:endParaRPr sz="145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4276454" y="2613156"/>
            <a:ext cx="61658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D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esig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n</a:t>
            </a:r>
            <a:endParaRPr sz="145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5693023" y="2619848"/>
            <a:ext cx="113728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D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eve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l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op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m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ent</a:t>
            </a:r>
            <a:endParaRPr sz="14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7633994" y="2619848"/>
            <a:ext cx="64960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La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u</a:t>
            </a:r>
            <a:r>
              <a:rPr sz="1450" spc="-10" dirty="0">
                <a:solidFill>
                  <a:srgbClr val="1A1611"/>
                </a:solidFill>
                <a:latin typeface="Arial"/>
                <a:cs typeface="Arial"/>
              </a:rPr>
              <a:t>nc</a:t>
            </a:r>
            <a:r>
              <a:rPr sz="1450" spc="-10" dirty="0">
                <a:solidFill>
                  <a:srgbClr val="010100"/>
                </a:solidFill>
                <a:latin typeface="Arial"/>
                <a:cs typeface="Arial"/>
              </a:rPr>
              <a:t>h</a:t>
            </a:r>
            <a:endParaRPr sz="145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2622428" y="3072146"/>
            <a:ext cx="52387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45" dirty="0">
                <a:solidFill>
                  <a:srgbClr val="A57972"/>
                </a:solidFill>
                <a:latin typeface="Arial"/>
                <a:cs typeface="Arial"/>
              </a:rPr>
              <a:t>°'</a:t>
            </a:r>
            <a:endParaRPr sz="72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274154" y="2503347"/>
            <a:ext cx="49466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35" dirty="0">
                <a:solidFill>
                  <a:srgbClr val="A57972"/>
                </a:solidFill>
                <a:latin typeface="Arial"/>
                <a:cs typeface="Arial"/>
              </a:rPr>
              <a:t>.,</a:t>
            </a:r>
            <a:endParaRPr sz="72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983296" y="3419932"/>
            <a:ext cx="11683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240" dirty="0">
                <a:solidFill>
                  <a:srgbClr val="A57972"/>
                </a:solidFill>
                <a:latin typeface="Times New Roman"/>
                <a:cs typeface="Times New Roman"/>
              </a:rPr>
              <a:t>�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7700374" y="3573345"/>
            <a:ext cx="396240" cy="0"/>
          </a:xfrm>
          <a:custGeom>
            <a:avLst/>
            <a:gdLst/>
            <a:ahLst/>
            <a:cxnLst/>
            <a:rect l="l" t="t" r="r" b="b"/>
            <a:pathLst>
              <a:path w="396240">
                <a:moveTo>
                  <a:pt x="0" y="0"/>
                </a:moveTo>
                <a:lnTo>
                  <a:pt x="396102" y="0"/>
                </a:lnTo>
              </a:path>
            </a:pathLst>
          </a:custGeom>
          <a:ln w="12732">
            <a:solidFill>
              <a:srgbClr val="A57972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7687674" y="3013129"/>
            <a:ext cx="362585" cy="68262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300" b="1" spc="-85" dirty="0">
                <a:solidFill>
                  <a:srgbClr val="A57972"/>
                </a:solidFill>
                <a:latin typeface="Arial"/>
                <a:cs typeface="Arial"/>
              </a:rPr>
              <a:t>:f</a:t>
            </a:r>
            <a:endParaRPr sz="43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316862" y="3721062"/>
            <a:ext cx="114808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1A1611"/>
                </a:solidFill>
                <a:latin typeface="Arial"/>
                <a:cs typeface="Arial"/>
              </a:rPr>
              <a:t>Market</a:t>
            </a:r>
            <a:r>
              <a:rPr sz="1000" spc="240" dirty="0">
                <a:solidFill>
                  <a:srgbClr val="1A1611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Analysis</a:t>
            </a:r>
            <a:r>
              <a:rPr sz="1000" spc="-10" dirty="0">
                <a:solidFill>
                  <a:srgbClr val="48423D"/>
                </a:solidFill>
                <a:latin typeface="Arial"/>
                <a:cs typeface="Arial"/>
              </a:rPr>
              <a:t>,</a:t>
            </a:r>
            <a:endParaRPr sz="10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4062397" y="3706564"/>
            <a:ext cx="1000125" cy="514350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137160" indent="-124460">
              <a:lnSpc>
                <a:spcPct val="100000"/>
              </a:lnSpc>
              <a:spcBef>
                <a:spcPts val="215"/>
              </a:spcBef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Wireframing,</a:t>
            </a:r>
            <a:endParaRPr sz="1000">
              <a:latin typeface="Arial"/>
              <a:cs typeface="Arial"/>
            </a:endParaRPr>
          </a:p>
          <a:p>
            <a:pPr marL="135255" indent="-116205">
              <a:lnSpc>
                <a:spcPct val="100000"/>
              </a:lnSpc>
              <a:spcBef>
                <a:spcPts val="120"/>
              </a:spcBef>
              <a:buClr>
                <a:srgbClr val="9C978C"/>
              </a:buClr>
              <a:buChar char="•"/>
              <a:tabLst>
                <a:tab pos="135255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UI/UX</a:t>
            </a:r>
            <a:r>
              <a:rPr sz="1000" spc="35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Design</a:t>
            </a:r>
            <a:r>
              <a:rPr sz="1000" spc="-10" dirty="0">
                <a:solidFill>
                  <a:srgbClr val="48423D"/>
                </a:solidFill>
                <a:latin typeface="Arial"/>
                <a:cs typeface="Arial"/>
              </a:rPr>
              <a:t>,</a:t>
            </a:r>
            <a:endParaRPr sz="1000">
              <a:latin typeface="Arial"/>
              <a:cs typeface="Arial"/>
            </a:endParaRPr>
          </a:p>
          <a:p>
            <a:pPr marL="135890" indent="-123189">
              <a:lnSpc>
                <a:spcPct val="100000"/>
              </a:lnSpc>
              <a:spcBef>
                <a:spcPts val="1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Prototyping</a:t>
            </a:r>
            <a:endParaRPr sz="10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5747510" y="3713255"/>
            <a:ext cx="974725" cy="514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4620" marR="245745" indent="-122555">
              <a:lnSpc>
                <a:spcPct val="1054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Frontend, 	Backend,</a:t>
            </a:r>
            <a:endParaRPr sz="1000">
              <a:latin typeface="Arial"/>
              <a:cs typeface="Arial"/>
            </a:endParaRPr>
          </a:p>
          <a:p>
            <a:pPr marL="135890" indent="-123189">
              <a:lnSpc>
                <a:spcPct val="100000"/>
              </a:lnSpc>
              <a:spcBef>
                <a:spcPts val="114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Database,</a:t>
            </a:r>
            <a:r>
              <a:rPr sz="1000" spc="20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25" dirty="0">
                <a:solidFill>
                  <a:srgbClr val="1A1611"/>
                </a:solidFill>
                <a:latin typeface="Arial"/>
                <a:cs typeface="Arial"/>
              </a:rPr>
              <a:t>QA</a:t>
            </a:r>
            <a:endParaRPr sz="10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419196" y="3713255"/>
            <a:ext cx="917575" cy="668020"/>
          </a:xfrm>
          <a:prstGeom prst="rect">
            <a:avLst/>
          </a:prstGeom>
        </p:spPr>
        <p:txBody>
          <a:bodyPr vert="horz" wrap="square" lIns="0" tIns="20955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65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Deployment,</a:t>
            </a:r>
            <a:endParaRPr sz="1000">
              <a:latin typeface="Arial"/>
              <a:cs typeface="Arial"/>
            </a:endParaRPr>
          </a:p>
          <a:p>
            <a:pPr marL="135255" marR="5080" indent="-123189">
              <a:lnSpc>
                <a:spcPct val="105400"/>
              </a:lnSpc>
              <a:buClr>
                <a:srgbClr val="9C978C"/>
              </a:buClr>
              <a:buChar char="•"/>
              <a:tabLst>
                <a:tab pos="137160" algn="l"/>
              </a:tabLst>
            </a:pP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Marketing, 	</a:t>
            </a: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Post-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Launch 	Support</a:t>
            </a:r>
            <a:endParaRPr sz="10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2310147" y="3881665"/>
            <a:ext cx="10706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42240" indent="-12953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4224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User</a:t>
            </a:r>
            <a:r>
              <a:rPr sz="1000" spc="8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Research,</a:t>
            </a:r>
            <a:endParaRPr sz="10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316862" y="4042267"/>
            <a:ext cx="107505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5890" indent="-123189">
              <a:lnSpc>
                <a:spcPct val="100000"/>
              </a:lnSpc>
              <a:spcBef>
                <a:spcPts val="100"/>
              </a:spcBef>
              <a:buClr>
                <a:srgbClr val="9C978C"/>
              </a:buClr>
              <a:buChar char="•"/>
              <a:tabLst>
                <a:tab pos="135890" algn="l"/>
              </a:tabLst>
            </a:pPr>
            <a:r>
              <a:rPr sz="1000" dirty="0">
                <a:solidFill>
                  <a:srgbClr val="2D2B26"/>
                </a:solidFill>
                <a:latin typeface="Arial"/>
                <a:cs typeface="Arial"/>
              </a:rPr>
              <a:t>Data</a:t>
            </a:r>
            <a:r>
              <a:rPr sz="1000" spc="110" dirty="0">
                <a:solidFill>
                  <a:srgbClr val="2D2B26"/>
                </a:solidFill>
                <a:latin typeface="Arial"/>
                <a:cs typeface="Arial"/>
              </a:rPr>
              <a:t> </a:t>
            </a:r>
            <a:r>
              <a:rPr sz="1000" spc="-10" dirty="0">
                <a:solidFill>
                  <a:srgbClr val="2D2B26"/>
                </a:solidFill>
                <a:latin typeface="Arial"/>
                <a:cs typeface="Arial"/>
              </a:rPr>
              <a:t>Collection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1826" y="1271379"/>
            <a:ext cx="5773694" cy="153910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50136" y="3024620"/>
            <a:ext cx="523660" cy="62902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283275" y="3038005"/>
            <a:ext cx="604223" cy="61564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56694" y="3024620"/>
            <a:ext cx="590796" cy="629025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426631" y="355707"/>
            <a:ext cx="1033780" cy="506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150" spc="-15" dirty="0">
                <a:solidFill>
                  <a:srgbClr val="211811"/>
                </a:solidFill>
              </a:rPr>
              <a:t>WBS:</a:t>
            </a:r>
            <a:endParaRPr sz="3150"/>
          </a:p>
        </p:txBody>
      </p:sp>
      <p:sp>
        <p:nvSpPr>
          <p:cNvPr id="7" name="object 7"/>
          <p:cNvSpPr txBox="1"/>
          <p:nvPr/>
        </p:nvSpPr>
        <p:spPr>
          <a:xfrm>
            <a:off x="1715641" y="355707"/>
            <a:ext cx="5715000" cy="5067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150" b="1" spc="-50" dirty="0">
                <a:solidFill>
                  <a:srgbClr val="211811"/>
                </a:solidFill>
                <a:latin typeface="Times New Roman"/>
                <a:cs typeface="Times New Roman"/>
              </a:rPr>
              <a:t>WBS:</a:t>
            </a:r>
            <a:r>
              <a:rPr sz="3150" b="1" spc="-204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dirty="0">
                <a:solidFill>
                  <a:srgbClr val="211811"/>
                </a:solidFill>
                <a:latin typeface="Times New Roman"/>
                <a:cs typeface="Times New Roman"/>
              </a:rPr>
              <a:t>Project</a:t>
            </a:r>
            <a:r>
              <a:rPr sz="3150" b="1" spc="-65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spc="70" dirty="0">
                <a:solidFill>
                  <a:srgbClr val="211811"/>
                </a:solidFill>
                <a:latin typeface="Times New Roman"/>
                <a:cs typeface="Times New Roman"/>
              </a:rPr>
              <a:t>Management</a:t>
            </a:r>
            <a:r>
              <a:rPr sz="3150" b="1" spc="220" dirty="0">
                <a:solidFill>
                  <a:srgbClr val="211811"/>
                </a:solidFill>
                <a:latin typeface="Times New Roman"/>
                <a:cs typeface="Times New Roman"/>
              </a:rPr>
              <a:t> </a:t>
            </a:r>
            <a:r>
              <a:rPr sz="3150" b="1" spc="-10" dirty="0">
                <a:solidFill>
                  <a:srgbClr val="211811"/>
                </a:solidFill>
                <a:latin typeface="Times New Roman"/>
                <a:cs typeface="Times New Roman"/>
              </a:rPr>
              <a:t>(1.0)</a:t>
            </a:r>
            <a:endParaRPr sz="315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92532" y="3810983"/>
            <a:ext cx="1375410" cy="46164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262890" marR="5080" indent="-250825">
              <a:lnSpc>
                <a:spcPts val="1689"/>
              </a:lnSpc>
              <a:spcBef>
                <a:spcPts val="2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Scope</a:t>
            </a:r>
            <a:r>
              <a:rPr sz="1450" spc="100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and</a:t>
            </a:r>
            <a:r>
              <a:rPr sz="1450" spc="1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20" dirty="0">
                <a:solidFill>
                  <a:srgbClr val="211811"/>
                </a:solidFill>
                <a:latin typeface="Arial"/>
                <a:cs typeface="Arial"/>
              </a:rPr>
              <a:t>Goal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definition.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1295" y="3804291"/>
            <a:ext cx="1976120" cy="467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0345" marR="5080" indent="-208279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Resource</a:t>
            </a:r>
            <a:r>
              <a:rPr sz="1450" spc="7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planning</a:t>
            </a:r>
            <a:r>
              <a:rPr sz="1450" spc="3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25" dirty="0">
                <a:solidFill>
                  <a:srgbClr val="211811"/>
                </a:solidFill>
                <a:latin typeface="Arial"/>
                <a:cs typeface="Arial"/>
              </a:rPr>
              <a:t>and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Risk</a:t>
            </a:r>
            <a:r>
              <a:rPr sz="1450" spc="-6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management.</a:t>
            </a:r>
            <a:endParaRPr sz="14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26213" y="3804291"/>
            <a:ext cx="165163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dirty="0">
                <a:solidFill>
                  <a:srgbClr val="211811"/>
                </a:solidFill>
                <a:latin typeface="Arial"/>
                <a:cs typeface="Arial"/>
              </a:rPr>
              <a:t>Project</a:t>
            </a:r>
            <a:r>
              <a:rPr sz="1450" spc="175" dirty="0">
                <a:solidFill>
                  <a:srgbClr val="211811"/>
                </a:solidFill>
                <a:latin typeface="Arial"/>
                <a:cs typeface="Arial"/>
              </a:rPr>
              <a:t> </a:t>
            </a:r>
            <a:r>
              <a:rPr sz="1450" spc="-10" dirty="0">
                <a:solidFill>
                  <a:srgbClr val="211811"/>
                </a:solidFill>
                <a:latin typeface="Arial"/>
                <a:cs typeface="Arial"/>
              </a:rPr>
              <a:t>scheduling.</a:t>
            </a:r>
            <a:endParaRPr sz="14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25721" y="2101157"/>
            <a:ext cx="4766654" cy="167294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478948" y="3934701"/>
            <a:ext cx="872767" cy="455040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725721" y="1338295"/>
            <a:ext cx="0" cy="763270"/>
          </a:xfrm>
          <a:custGeom>
            <a:avLst/>
            <a:gdLst/>
            <a:ahLst/>
            <a:cxnLst/>
            <a:rect l="l" t="t" r="r" b="b"/>
            <a:pathLst>
              <a:path h="763269">
                <a:moveTo>
                  <a:pt x="0" y="76286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719659" y="1338295"/>
            <a:ext cx="0" cy="602615"/>
          </a:xfrm>
          <a:custGeom>
            <a:avLst/>
            <a:gdLst/>
            <a:ahLst/>
            <a:cxnLst/>
            <a:rect l="l" t="t" r="r" b="b"/>
            <a:pathLst>
              <a:path h="602614">
                <a:moveTo>
                  <a:pt x="0" y="60225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6706884" y="1338295"/>
            <a:ext cx="0" cy="602615"/>
          </a:xfrm>
          <a:custGeom>
            <a:avLst/>
            <a:gdLst/>
            <a:ahLst/>
            <a:cxnLst/>
            <a:rect l="l" t="t" r="r" b="b"/>
            <a:pathLst>
              <a:path h="602614">
                <a:moveTo>
                  <a:pt x="0" y="60225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" name="object 7"/>
          <p:cNvGrpSpPr/>
          <p:nvPr/>
        </p:nvGrpSpPr>
        <p:grpSpPr>
          <a:xfrm>
            <a:off x="510233" y="1619350"/>
            <a:ext cx="8150859" cy="2315845"/>
            <a:chOff x="510233" y="1619350"/>
            <a:chExt cx="8150859" cy="2315845"/>
          </a:xfrm>
        </p:grpSpPr>
        <p:sp>
          <p:nvSpPr>
            <p:cNvPr id="8" name="object 8"/>
            <p:cNvSpPr/>
            <p:nvPr/>
          </p:nvSpPr>
          <p:spPr>
            <a:xfrm>
              <a:off x="8257726" y="1619350"/>
              <a:ext cx="0" cy="2315845"/>
            </a:xfrm>
            <a:custGeom>
              <a:avLst/>
              <a:gdLst/>
              <a:ahLst/>
              <a:cxnLst/>
              <a:rect l="l" t="t" r="r" b="b"/>
              <a:pathLst>
                <a:path h="2315845">
                  <a:moveTo>
                    <a:pt x="0" y="2315350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712294" y="1632733"/>
              <a:ext cx="5948680" cy="0"/>
            </a:xfrm>
            <a:custGeom>
              <a:avLst/>
              <a:gdLst/>
              <a:ahLst/>
              <a:cxnLst/>
              <a:rect l="l" t="t" r="r" b="b"/>
              <a:pathLst>
                <a:path w="5948680">
                  <a:moveTo>
                    <a:pt x="0" y="0"/>
                  </a:moveTo>
                  <a:lnTo>
                    <a:pt x="5948247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10233" y="1920479"/>
              <a:ext cx="8150859" cy="0"/>
            </a:xfrm>
            <a:custGeom>
              <a:avLst/>
              <a:gdLst/>
              <a:ahLst/>
              <a:cxnLst/>
              <a:rect l="l" t="t" r="r" b="b"/>
              <a:pathLst>
                <a:path w="8150859">
                  <a:moveTo>
                    <a:pt x="0" y="0"/>
                  </a:moveTo>
                  <a:lnTo>
                    <a:pt x="8150307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/>
          <p:nvPr/>
        </p:nvSpPr>
        <p:spPr>
          <a:xfrm>
            <a:off x="7196977" y="4570418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10706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1432" rIns="0" bIns="0" rtlCol="0">
            <a:spAutoFit/>
          </a:bodyPr>
          <a:lstStyle/>
          <a:p>
            <a:pPr marL="310515">
              <a:lnSpc>
                <a:spcPct val="100000"/>
              </a:lnSpc>
              <a:spcBef>
                <a:spcPts val="105"/>
              </a:spcBef>
            </a:pPr>
            <a:r>
              <a:rPr sz="3200" spc="-10" dirty="0">
                <a:solidFill>
                  <a:srgbClr val="050503"/>
                </a:solidFill>
              </a:rPr>
              <a:t>Time-</a:t>
            </a:r>
            <a:r>
              <a:rPr sz="3200" dirty="0">
                <a:solidFill>
                  <a:srgbClr val="050503"/>
                </a:solidFill>
              </a:rPr>
              <a:t>Line</a:t>
            </a:r>
            <a:r>
              <a:rPr sz="3200" spc="70" dirty="0">
                <a:solidFill>
                  <a:srgbClr val="050503"/>
                </a:solidFill>
              </a:rPr>
              <a:t> </a:t>
            </a:r>
            <a:r>
              <a:rPr sz="3200" spc="60" dirty="0">
                <a:solidFill>
                  <a:srgbClr val="050503"/>
                </a:solidFill>
              </a:rPr>
              <a:t>Schedule</a:t>
            </a:r>
            <a:endParaRPr sz="3200"/>
          </a:p>
        </p:txBody>
      </p:sp>
      <p:sp>
        <p:nvSpPr>
          <p:cNvPr id="13" name="object 13"/>
          <p:cNvSpPr txBox="1"/>
          <p:nvPr/>
        </p:nvSpPr>
        <p:spPr>
          <a:xfrm>
            <a:off x="568298" y="1573331"/>
            <a:ext cx="1951355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Total</a:t>
            </a:r>
            <a:r>
              <a:rPr sz="1050" spc="-5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Duration:</a:t>
            </a:r>
            <a:r>
              <a:rPr sz="1050" spc="8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50" dirty="0">
                <a:solidFill>
                  <a:srgbClr val="211C18"/>
                </a:solidFill>
                <a:latin typeface="Arial"/>
                <a:cs typeface="Arial"/>
              </a:rPr>
              <a:t>Jan</a:t>
            </a:r>
            <a:r>
              <a:rPr sz="1050" spc="-8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50" dirty="0">
                <a:solidFill>
                  <a:srgbClr val="211C18"/>
                </a:solidFill>
                <a:latin typeface="Arial"/>
                <a:cs typeface="Arial"/>
              </a:rPr>
              <a:t>1</a:t>
            </a:r>
            <a:r>
              <a:rPr sz="1050" spc="-4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to</a:t>
            </a:r>
            <a:r>
              <a:rPr sz="1050" spc="16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211C18"/>
                </a:solidFill>
                <a:latin typeface="Arial"/>
                <a:cs typeface="Arial"/>
              </a:rPr>
              <a:t>Mar</a:t>
            </a:r>
            <a:r>
              <a:rPr sz="1050" spc="-2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050" spc="-25" dirty="0">
                <a:solidFill>
                  <a:srgbClr val="211C18"/>
                </a:solidFill>
                <a:latin typeface="Arial"/>
                <a:cs typeface="Arial"/>
              </a:rPr>
              <a:t>15</a:t>
            </a:r>
            <a:endParaRPr sz="10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568117" y="1380245"/>
            <a:ext cx="31813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211C18"/>
                </a:solidFill>
                <a:latin typeface="Arial"/>
                <a:cs typeface="Arial"/>
              </a:rPr>
              <a:t>JAN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567157" y="1380245"/>
            <a:ext cx="2933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FEB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7508459" y="1380245"/>
            <a:ext cx="33909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5" dirty="0">
                <a:solidFill>
                  <a:srgbClr val="211C18"/>
                </a:solidFill>
                <a:latin typeface="Arial"/>
                <a:cs typeface="Arial"/>
              </a:rPr>
              <a:t>MAR</a:t>
            </a:r>
            <a:endParaRPr sz="12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2732434" y="1578860"/>
            <a:ext cx="582168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5730">
              <a:lnSpc>
                <a:spcPct val="100000"/>
              </a:lnSpc>
              <a:spcBef>
                <a:spcPts val="105"/>
              </a:spcBef>
              <a:tabLst>
                <a:tab pos="528320" algn="l"/>
                <a:tab pos="917575" algn="l"/>
                <a:tab pos="1306830" algn="l"/>
                <a:tab pos="1703070" algn="l"/>
                <a:tab pos="2119630" algn="l"/>
                <a:tab pos="2515235" algn="l"/>
                <a:tab pos="2905125" algn="l"/>
                <a:tab pos="3294379" algn="l"/>
                <a:tab pos="3696970" algn="l"/>
                <a:tab pos="4099560" algn="l"/>
                <a:tab pos="4482465" algn="l"/>
                <a:tab pos="4871720" algn="l"/>
                <a:tab pos="5261610" algn="l"/>
                <a:tab pos="5650865" algn="l"/>
              </a:tabLst>
            </a:pP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-5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r>
              <a:rPr sz="1900" dirty="0">
                <a:solidFill>
                  <a:srgbClr val="211C18"/>
                </a:solidFill>
                <a:latin typeface="Courier New"/>
                <a:cs typeface="Courier New"/>
              </a:rPr>
              <a:t>	</a:t>
            </a:r>
            <a:r>
              <a:rPr sz="1900" spc="40" dirty="0">
                <a:solidFill>
                  <a:srgbClr val="211C18"/>
                </a:solidFill>
                <a:latin typeface="Courier New"/>
                <a:cs typeface="Courier New"/>
              </a:rPr>
              <a:t>w</a:t>
            </a:r>
            <a:endParaRPr sz="1900">
              <a:latin typeface="Courier New"/>
              <a:cs typeface="Courier New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61540" y="2129723"/>
            <a:ext cx="174625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40" dirty="0">
                <a:solidFill>
                  <a:srgbClr val="211C18"/>
                </a:solidFill>
                <a:latin typeface="Arial"/>
                <a:cs typeface="Arial"/>
              </a:rPr>
              <a:t>1.</a:t>
            </a:r>
            <a:r>
              <a:rPr sz="1200" spc="-130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KICK-</a:t>
            </a:r>
            <a:r>
              <a:rPr sz="1200" spc="-50" dirty="0">
                <a:solidFill>
                  <a:srgbClr val="211C18"/>
                </a:solidFill>
                <a:latin typeface="Arial"/>
                <a:cs typeface="Arial"/>
              </a:rPr>
              <a:t>OFF</a:t>
            </a:r>
            <a:r>
              <a:rPr sz="1200" spc="2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11C18"/>
                </a:solidFill>
                <a:latin typeface="Arial"/>
                <a:cs typeface="Arial"/>
              </a:rPr>
              <a:t>&amp;</a:t>
            </a:r>
            <a:r>
              <a:rPr sz="1200" spc="-65" dirty="0">
                <a:solidFill>
                  <a:srgbClr val="211C18"/>
                </a:solidFill>
                <a:latin typeface="Arial"/>
                <a:cs typeface="Arial"/>
              </a:rPr>
              <a:t> </a:t>
            </a:r>
            <a:r>
              <a:rPr sz="1200" spc="-35" dirty="0">
                <a:solidFill>
                  <a:srgbClr val="211C18"/>
                </a:solidFill>
                <a:latin typeface="Arial"/>
                <a:cs typeface="Arial"/>
              </a:rPr>
              <a:t>PLANNING</a:t>
            </a:r>
            <a:endParaRPr sz="1200">
              <a:latin typeface="Arial"/>
              <a:cs typeface="Arial"/>
            </a:endParaRPr>
          </a:p>
        </p:txBody>
      </p:sp>
      <p:graphicFrame>
        <p:nvGraphicFramePr>
          <p:cNvPr id="19" name="object 19"/>
          <p:cNvGraphicFramePr>
            <a:graphicFrameLocks noGrp="1"/>
          </p:cNvGraphicFramePr>
          <p:nvPr/>
        </p:nvGraphicFramePr>
        <p:xfrm>
          <a:off x="510233" y="2352098"/>
          <a:ext cx="6971660" cy="19983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55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9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29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53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9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823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335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9050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3" gridSpan="7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76200"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2.</a:t>
                      </a:r>
                      <a:r>
                        <a:rPr sz="1200" spc="-14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RESEARCH</a:t>
                      </a:r>
                      <a:r>
                        <a:rPr sz="1200" spc="8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&amp;</a:t>
                      </a:r>
                      <a:r>
                        <a:rPr sz="1200" spc="-6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ANALYS</a:t>
                      </a:r>
                      <a:r>
                        <a:rPr sz="1200" spc="-1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I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S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699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7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 marL="68580" marR="762635" indent="5080">
                        <a:lnSpc>
                          <a:spcPts val="1370"/>
                        </a:lnSpc>
                        <a:spcBef>
                          <a:spcPts val="1115"/>
                        </a:spcBef>
                      </a:pPr>
                      <a:r>
                        <a:rPr sz="1200" dirty="0">
                          <a:solidFill>
                            <a:srgbClr val="332F28"/>
                          </a:solidFill>
                          <a:latin typeface="Arial"/>
                          <a:cs typeface="Arial"/>
                        </a:rPr>
                        <a:t>3.</a:t>
                      </a:r>
                      <a:r>
                        <a:rPr sz="1200" spc="-150" dirty="0">
                          <a:solidFill>
                            <a:srgbClr val="332F2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7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DEVELOPMENT</a:t>
                      </a:r>
                      <a:r>
                        <a:rPr sz="1200" spc="12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&amp;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DRAFTING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141605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gridSpan="7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33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78105">
                        <a:lnSpc>
                          <a:spcPct val="100000"/>
                        </a:lnSpc>
                      </a:pPr>
                      <a:r>
                        <a:rPr sz="120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4</a:t>
                      </a:r>
                      <a:r>
                        <a:rPr sz="120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1200" spc="-110" dirty="0">
                          <a:solidFill>
                            <a:srgbClr val="05050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FINAL</a:t>
                      </a:r>
                      <a:r>
                        <a:rPr sz="1200" spc="-5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solidFill>
                            <a:srgbClr val="211C18"/>
                          </a:solidFill>
                          <a:latin typeface="Arial"/>
                          <a:cs typeface="Arial"/>
                        </a:rPr>
                        <a:t>REPORT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46990" marB="0">
                    <a:lnR w="19050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9525">
                      <a:solidFill>
                        <a:srgbClr val="000000"/>
                      </a:solidFill>
                      <a:prstDash val="solid"/>
                    </a:lnL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object 20"/>
          <p:cNvSpPr txBox="1"/>
          <p:nvPr/>
        </p:nvSpPr>
        <p:spPr>
          <a:xfrm>
            <a:off x="7855851" y="4464499"/>
            <a:ext cx="794385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20" dirty="0">
                <a:solidFill>
                  <a:srgbClr val="332F28"/>
                </a:solidFill>
                <a:latin typeface="Arial"/>
                <a:cs typeface="Arial"/>
              </a:rPr>
              <a:t>Active</a:t>
            </a:r>
            <a:r>
              <a:rPr sz="1100" spc="-85" dirty="0">
                <a:solidFill>
                  <a:srgbClr val="332F28"/>
                </a:solidFill>
                <a:latin typeface="Arial"/>
                <a:cs typeface="Arial"/>
              </a:rPr>
              <a:t> </a:t>
            </a:r>
            <a:r>
              <a:rPr sz="1100" spc="-30" dirty="0">
                <a:solidFill>
                  <a:srgbClr val="211C18"/>
                </a:solidFill>
                <a:latin typeface="Arial"/>
                <a:cs typeface="Arial"/>
              </a:rPr>
              <a:t>Phase</a:t>
            </a:r>
            <a:endParaRPr sz="1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38495" y="2355444"/>
            <a:ext cx="859340" cy="85654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122149" y="2355444"/>
            <a:ext cx="1772390" cy="856546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8049" rIns="0" bIns="0" rtlCol="0">
            <a:spAutoFit/>
          </a:bodyPr>
          <a:lstStyle/>
          <a:p>
            <a:pPr marL="264160">
              <a:lnSpc>
                <a:spcPct val="100000"/>
              </a:lnSpc>
              <a:spcBef>
                <a:spcPts val="105"/>
              </a:spcBef>
            </a:pPr>
            <a:r>
              <a:rPr sz="3200" spc="70" dirty="0">
                <a:solidFill>
                  <a:srgbClr val="0F0C07"/>
                </a:solidFill>
              </a:rPr>
              <a:t>Schedule</a:t>
            </a:r>
            <a:r>
              <a:rPr sz="3200" spc="105" dirty="0">
                <a:solidFill>
                  <a:srgbClr val="0F0C07"/>
                </a:solidFill>
              </a:rPr>
              <a:t> </a:t>
            </a:r>
            <a:r>
              <a:rPr sz="3200" dirty="0">
                <a:solidFill>
                  <a:srgbClr val="0F0C07"/>
                </a:solidFill>
              </a:rPr>
              <a:t>Highlights</a:t>
            </a:r>
            <a:r>
              <a:rPr sz="3200" spc="204" dirty="0">
                <a:solidFill>
                  <a:srgbClr val="0F0C07"/>
                </a:solidFill>
              </a:rPr>
              <a:t> </a:t>
            </a:r>
            <a:r>
              <a:rPr sz="3200" dirty="0">
                <a:solidFill>
                  <a:srgbClr val="0F0C07"/>
                </a:solidFill>
              </a:rPr>
              <a:t>(Requirement</a:t>
            </a:r>
            <a:r>
              <a:rPr sz="3200" spc="365" dirty="0">
                <a:solidFill>
                  <a:srgbClr val="0F0C07"/>
                </a:solidFill>
              </a:rPr>
              <a:t> </a:t>
            </a:r>
            <a:r>
              <a:rPr sz="3200" spc="-220" dirty="0">
                <a:solidFill>
                  <a:srgbClr val="0F0C07"/>
                </a:solidFill>
              </a:rPr>
              <a:t>&amp;</a:t>
            </a:r>
            <a:r>
              <a:rPr sz="3200" spc="-25" dirty="0">
                <a:solidFill>
                  <a:srgbClr val="0F0C07"/>
                </a:solidFill>
              </a:rPr>
              <a:t> </a:t>
            </a:r>
            <a:r>
              <a:rPr sz="3200" spc="-10" dirty="0">
                <a:solidFill>
                  <a:srgbClr val="0F0C07"/>
                </a:solidFill>
              </a:rPr>
              <a:t>Design)</a:t>
            </a:r>
            <a:endParaRPr sz="3200"/>
          </a:p>
        </p:txBody>
      </p:sp>
      <p:sp>
        <p:nvSpPr>
          <p:cNvPr id="5" name="object 5"/>
          <p:cNvSpPr txBox="1"/>
          <p:nvPr/>
        </p:nvSpPr>
        <p:spPr>
          <a:xfrm>
            <a:off x="1781440" y="2545403"/>
            <a:ext cx="2056130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24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114" dirty="0">
                <a:solidFill>
                  <a:srgbClr val="0F0C07"/>
                </a:solidFill>
                <a:latin typeface="Arial"/>
                <a:cs typeface="Arial"/>
              </a:rPr>
              <a:t>04</a:t>
            </a:r>
            <a:r>
              <a:rPr sz="2350" b="1" spc="-21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60" dirty="0">
                <a:solidFill>
                  <a:srgbClr val="0F0C07"/>
                </a:solidFill>
                <a:latin typeface="Arial"/>
                <a:cs typeface="Arial"/>
              </a:rPr>
              <a:t>-</a:t>
            </a:r>
            <a:r>
              <a:rPr sz="2350" b="1" spc="-3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32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40" dirty="0">
                <a:solidFill>
                  <a:srgbClr val="0F0C07"/>
                </a:solidFill>
                <a:latin typeface="Arial"/>
                <a:cs typeface="Arial"/>
              </a:rPr>
              <a:t>18</a:t>
            </a:r>
            <a:endParaRPr sz="2350">
              <a:latin typeface="Arial"/>
              <a:cs typeface="Arial"/>
            </a:endParaRPr>
          </a:p>
          <a:p>
            <a:pPr marL="23495" marR="24765" indent="-4445">
              <a:lnSpc>
                <a:spcPct val="101499"/>
              </a:lnSpc>
              <a:spcBef>
                <a:spcPts val="1115"/>
              </a:spcBef>
            </a:pP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Tech</a:t>
            </a:r>
            <a:r>
              <a:rPr sz="1600" spc="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0F0C07"/>
                </a:solidFill>
                <a:latin typeface="Arial"/>
                <a:cs typeface="Arial"/>
              </a:rPr>
              <a:t>stack</a:t>
            </a:r>
            <a:r>
              <a:rPr sz="1600" spc="12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F0C07"/>
                </a:solidFill>
                <a:latin typeface="Arial"/>
                <a:cs typeface="Arial"/>
              </a:rPr>
              <a:t>feasibility </a:t>
            </a: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and</a:t>
            </a:r>
            <a:r>
              <a:rPr sz="1600" spc="114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0F0C07"/>
                </a:solidFill>
                <a:latin typeface="Arial"/>
                <a:cs typeface="Arial"/>
              </a:rPr>
              <a:t>SRS.</a:t>
            </a:r>
            <a:endParaRPr sz="1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071430" y="2545403"/>
            <a:ext cx="2247900" cy="1021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Jan</a:t>
            </a:r>
            <a:r>
              <a:rPr sz="2350" b="1" spc="-33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100" dirty="0">
                <a:solidFill>
                  <a:srgbClr val="0F0C07"/>
                </a:solidFill>
                <a:latin typeface="Arial"/>
                <a:cs typeface="Arial"/>
              </a:rPr>
              <a:t>18</a:t>
            </a:r>
            <a:r>
              <a:rPr sz="2350" b="1" spc="-190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2D281D"/>
                </a:solidFill>
                <a:latin typeface="Arial"/>
                <a:cs typeface="Arial"/>
              </a:rPr>
              <a:t>-</a:t>
            </a:r>
            <a:r>
              <a:rPr sz="2350" b="1" spc="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2350" b="1" dirty="0">
                <a:solidFill>
                  <a:srgbClr val="0F0C07"/>
                </a:solidFill>
                <a:latin typeface="Arial"/>
                <a:cs typeface="Arial"/>
              </a:rPr>
              <a:t>Feb</a:t>
            </a:r>
            <a:r>
              <a:rPr sz="2350" b="1" spc="-1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2350" b="1" spc="-25" dirty="0">
                <a:solidFill>
                  <a:srgbClr val="0F0C07"/>
                </a:solidFill>
                <a:latin typeface="Arial"/>
                <a:cs typeface="Arial"/>
              </a:rPr>
              <a:t>01</a:t>
            </a:r>
            <a:endParaRPr sz="2350">
              <a:latin typeface="Arial"/>
              <a:cs typeface="Arial"/>
            </a:endParaRPr>
          </a:p>
          <a:p>
            <a:pPr marL="17145" marR="5080" indent="4445">
              <a:lnSpc>
                <a:spcPct val="101499"/>
              </a:lnSpc>
              <a:spcBef>
                <a:spcPts val="1115"/>
              </a:spcBef>
            </a:pP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Wireframes,</a:t>
            </a:r>
            <a:r>
              <a:rPr sz="1600" spc="3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0F0C07"/>
                </a:solidFill>
                <a:latin typeface="Arial"/>
                <a:cs typeface="Arial"/>
              </a:rPr>
              <a:t>mockups, </a:t>
            </a:r>
            <a:r>
              <a:rPr sz="1600" spc="65" dirty="0">
                <a:solidFill>
                  <a:srgbClr val="0F0C07"/>
                </a:solidFill>
                <a:latin typeface="Arial"/>
                <a:cs typeface="Arial"/>
              </a:rPr>
              <a:t>and</a:t>
            </a:r>
            <a:r>
              <a:rPr sz="1600" spc="7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0F0C07"/>
                </a:solidFill>
                <a:latin typeface="Arial"/>
                <a:cs typeface="Arial"/>
              </a:rPr>
              <a:t>Database</a:t>
            </a:r>
            <a:r>
              <a:rPr sz="1600" spc="215" dirty="0">
                <a:solidFill>
                  <a:srgbClr val="0F0C07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0F0C07"/>
                </a:solidFill>
                <a:latin typeface="Arial"/>
                <a:cs typeface="Arial"/>
              </a:rPr>
              <a:t>schema</a:t>
            </a:r>
            <a:r>
              <a:rPr sz="1600" spc="40" dirty="0">
                <a:solidFill>
                  <a:srgbClr val="2D281D"/>
                </a:solidFill>
                <a:latin typeface="Arial"/>
                <a:cs typeface="Arial"/>
              </a:rPr>
              <a:t>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22149" y="2342061"/>
            <a:ext cx="1785816" cy="869929"/>
          </a:xfrm>
          <a:prstGeom prst="rect">
            <a:avLst/>
          </a:prstGeom>
        </p:spPr>
      </p:pic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38299" rIns="0" bIns="0" rtlCol="0">
            <a:spAutoFit/>
          </a:bodyPr>
          <a:lstStyle/>
          <a:p>
            <a:pPr marL="229870">
              <a:lnSpc>
                <a:spcPct val="100000"/>
              </a:lnSpc>
              <a:spcBef>
                <a:spcPts val="105"/>
              </a:spcBef>
            </a:pPr>
            <a:r>
              <a:rPr sz="3250" spc="55" dirty="0">
                <a:solidFill>
                  <a:srgbClr val="16110A"/>
                </a:solidFill>
              </a:rPr>
              <a:t>Schedule</a:t>
            </a:r>
            <a:r>
              <a:rPr sz="3250" spc="145" dirty="0">
                <a:solidFill>
                  <a:srgbClr val="16110A"/>
                </a:solidFill>
              </a:rPr>
              <a:t> </a:t>
            </a:r>
            <a:r>
              <a:rPr sz="3250" dirty="0">
                <a:solidFill>
                  <a:srgbClr val="16110A"/>
                </a:solidFill>
              </a:rPr>
              <a:t>Highlights</a:t>
            </a:r>
            <a:r>
              <a:rPr sz="3250" spc="120" dirty="0">
                <a:solidFill>
                  <a:srgbClr val="16110A"/>
                </a:solidFill>
              </a:rPr>
              <a:t> </a:t>
            </a:r>
            <a:r>
              <a:rPr sz="3250" dirty="0">
                <a:solidFill>
                  <a:srgbClr val="16110A"/>
                </a:solidFill>
              </a:rPr>
              <a:t>(Dev</a:t>
            </a:r>
            <a:r>
              <a:rPr sz="3250" spc="-75" dirty="0">
                <a:solidFill>
                  <a:srgbClr val="16110A"/>
                </a:solidFill>
              </a:rPr>
              <a:t> </a:t>
            </a:r>
            <a:r>
              <a:rPr sz="3250" spc="-195" dirty="0">
                <a:solidFill>
                  <a:srgbClr val="16110A"/>
                </a:solidFill>
              </a:rPr>
              <a:t>&amp;</a:t>
            </a:r>
            <a:r>
              <a:rPr sz="3250" spc="-225" dirty="0">
                <a:solidFill>
                  <a:srgbClr val="16110A"/>
                </a:solidFill>
              </a:rPr>
              <a:t> </a:t>
            </a:r>
            <a:r>
              <a:rPr sz="3250" spc="-10" dirty="0">
                <a:solidFill>
                  <a:srgbClr val="16110A"/>
                </a:solidFill>
              </a:rPr>
              <a:t>Testing)</a:t>
            </a:r>
            <a:endParaRPr sz="3250"/>
          </a:p>
        </p:txBody>
      </p:sp>
      <p:sp>
        <p:nvSpPr>
          <p:cNvPr id="4" name="object 4"/>
          <p:cNvSpPr txBox="1"/>
          <p:nvPr/>
        </p:nvSpPr>
        <p:spPr>
          <a:xfrm>
            <a:off x="839951" y="2643485"/>
            <a:ext cx="101600" cy="1416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095"/>
              </a:lnSpc>
            </a:pPr>
            <a:r>
              <a:rPr sz="1000" spc="-250" dirty="0">
                <a:solidFill>
                  <a:srgbClr val="F9DFD4"/>
                </a:solidFill>
                <a:latin typeface="Times New Roman"/>
                <a:cs typeface="Times New Roman"/>
              </a:rPr>
              <a:t>�</a:t>
            </a:r>
            <a:endParaRPr sz="10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9951" y="2608159"/>
            <a:ext cx="565150" cy="475615"/>
          </a:xfrm>
          <a:prstGeom prst="rect">
            <a:avLst/>
          </a:prstGeom>
          <a:solidFill>
            <a:srgbClr val="935B56"/>
          </a:solidFill>
        </p:spPr>
        <p:txBody>
          <a:bodyPr vert="horz" wrap="square" lIns="0" tIns="19685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55"/>
              </a:spcBef>
            </a:pPr>
            <a:r>
              <a:rPr sz="2700" b="1" spc="-315" dirty="0">
                <a:solidFill>
                  <a:srgbClr val="F9DFD4"/>
                </a:solidFill>
                <a:latin typeface="Times New Roman"/>
                <a:cs typeface="Times New Roman"/>
              </a:rPr>
              <a:t>1.:.:9</a:t>
            </a:r>
            <a:endParaRPr sz="27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43556" y="2532670"/>
            <a:ext cx="2200910" cy="1040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50" b="1" spc="-40" dirty="0">
                <a:solidFill>
                  <a:srgbClr val="16110A"/>
                </a:solidFill>
                <a:latin typeface="Arial"/>
                <a:cs typeface="Arial"/>
              </a:rPr>
              <a:t>Feb</a:t>
            </a:r>
            <a:r>
              <a:rPr sz="2450" b="1" spc="-17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01</a:t>
            </a:r>
            <a:r>
              <a:rPr sz="2450" b="1" dirty="0">
                <a:solidFill>
                  <a:srgbClr val="363126"/>
                </a:solidFill>
                <a:latin typeface="Arial"/>
                <a:cs typeface="Arial"/>
              </a:rPr>
              <a:t>-</a:t>
            </a:r>
            <a:r>
              <a:rPr sz="2450" b="1" spc="-100" dirty="0">
                <a:solidFill>
                  <a:srgbClr val="363126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Feb</a:t>
            </a:r>
            <a:r>
              <a:rPr sz="2450" b="1" spc="-25" dirty="0">
                <a:solidFill>
                  <a:srgbClr val="16110A"/>
                </a:solidFill>
                <a:latin typeface="Arial"/>
                <a:cs typeface="Arial"/>
              </a:rPr>
              <a:t> 22</a:t>
            </a:r>
            <a:endParaRPr sz="2450">
              <a:latin typeface="Arial"/>
              <a:cs typeface="Arial"/>
            </a:endParaRPr>
          </a:p>
          <a:p>
            <a:pPr marL="28575" marR="5080" indent="5080">
              <a:lnSpc>
                <a:spcPct val="101499"/>
              </a:lnSpc>
              <a:spcBef>
                <a:spcPts val="1150"/>
              </a:spcBef>
            </a:pP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Backend</a:t>
            </a:r>
            <a:r>
              <a:rPr sz="1600" spc="22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and</a:t>
            </a:r>
            <a:r>
              <a:rPr sz="1600" spc="3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6110A"/>
                </a:solidFill>
                <a:latin typeface="Arial"/>
                <a:cs typeface="Arial"/>
              </a:rPr>
              <a:t>Frontend development.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061026" y="2532670"/>
            <a:ext cx="2209800" cy="104076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450" b="1" spc="110" dirty="0">
                <a:solidFill>
                  <a:srgbClr val="16110A"/>
                </a:solidFill>
                <a:latin typeface="Arial"/>
                <a:cs typeface="Arial"/>
              </a:rPr>
              <a:t>Mar</a:t>
            </a:r>
            <a:r>
              <a:rPr sz="2450" b="1" spc="-13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dirty="0">
                <a:solidFill>
                  <a:srgbClr val="16110A"/>
                </a:solidFill>
                <a:latin typeface="Arial"/>
                <a:cs typeface="Arial"/>
              </a:rPr>
              <a:t>01</a:t>
            </a:r>
            <a:r>
              <a:rPr sz="2450" b="1" dirty="0">
                <a:solidFill>
                  <a:srgbClr val="363126"/>
                </a:solidFill>
                <a:latin typeface="Arial"/>
                <a:cs typeface="Arial"/>
              </a:rPr>
              <a:t>-</a:t>
            </a:r>
            <a:r>
              <a:rPr sz="2450" b="1" spc="-25" dirty="0">
                <a:solidFill>
                  <a:srgbClr val="363126"/>
                </a:solidFill>
                <a:latin typeface="Arial"/>
                <a:cs typeface="Arial"/>
              </a:rPr>
              <a:t> </a:t>
            </a:r>
            <a:r>
              <a:rPr sz="2450" b="1" spc="95" dirty="0">
                <a:solidFill>
                  <a:srgbClr val="16110A"/>
                </a:solidFill>
                <a:latin typeface="Arial"/>
                <a:cs typeface="Arial"/>
              </a:rPr>
              <a:t>Mar</a:t>
            </a:r>
            <a:r>
              <a:rPr sz="2450" b="1" spc="-18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2450" b="1" spc="-25" dirty="0">
                <a:solidFill>
                  <a:srgbClr val="16110A"/>
                </a:solidFill>
                <a:latin typeface="Arial"/>
                <a:cs typeface="Arial"/>
              </a:rPr>
              <a:t>15</a:t>
            </a:r>
            <a:endParaRPr sz="2450">
              <a:latin typeface="Arial"/>
              <a:cs typeface="Arial"/>
            </a:endParaRPr>
          </a:p>
          <a:p>
            <a:pPr marL="31115" marR="86995" indent="635">
              <a:lnSpc>
                <a:spcPct val="101499"/>
              </a:lnSpc>
              <a:spcBef>
                <a:spcPts val="1150"/>
              </a:spcBef>
            </a:pP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Unit</a:t>
            </a:r>
            <a:r>
              <a:rPr sz="1600" spc="75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16110A"/>
                </a:solidFill>
                <a:latin typeface="Arial"/>
                <a:cs typeface="Arial"/>
              </a:rPr>
              <a:t>testing,</a:t>
            </a:r>
            <a:r>
              <a:rPr sz="1600" spc="3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30" dirty="0">
                <a:solidFill>
                  <a:srgbClr val="16110A"/>
                </a:solidFill>
                <a:latin typeface="Arial"/>
                <a:cs typeface="Arial"/>
              </a:rPr>
              <a:t>UAT,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16110A"/>
                </a:solidFill>
                <a:latin typeface="Arial"/>
                <a:cs typeface="Arial"/>
              </a:rPr>
              <a:t>and </a:t>
            </a:r>
            <a:r>
              <a:rPr sz="1600" dirty="0">
                <a:solidFill>
                  <a:srgbClr val="16110A"/>
                </a:solidFill>
                <a:latin typeface="Arial"/>
                <a:cs typeface="Arial"/>
              </a:rPr>
              <a:t>Cloud</a:t>
            </a:r>
            <a:r>
              <a:rPr sz="1600" spc="200" dirty="0">
                <a:solidFill>
                  <a:srgbClr val="16110A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6110A"/>
                </a:solidFill>
                <a:latin typeface="Arial"/>
                <a:cs typeface="Arial"/>
              </a:rPr>
              <a:t>deployment.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98214" y="2355444"/>
            <a:ext cx="872767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28537" y="2355444"/>
            <a:ext cx="1168166" cy="86992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5384" y="2355444"/>
            <a:ext cx="1181593" cy="869929"/>
          </a:xfrm>
          <a:prstGeom prst="rect">
            <a:avLst/>
          </a:prstGeom>
        </p:spPr>
      </p:pic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57399" rIns="0" bIns="0" rtlCol="0">
            <a:spAutoFit/>
          </a:bodyPr>
          <a:lstStyle/>
          <a:p>
            <a:pPr marL="206375">
              <a:lnSpc>
                <a:spcPct val="100000"/>
              </a:lnSpc>
              <a:spcBef>
                <a:spcPts val="105"/>
              </a:spcBef>
            </a:pPr>
            <a:r>
              <a:rPr sz="3100" spc="-130" dirty="0">
                <a:solidFill>
                  <a:srgbClr val="18130C"/>
                </a:solidFill>
                <a:latin typeface="Arial"/>
                <a:cs typeface="Arial"/>
              </a:rPr>
              <a:t>Cost</a:t>
            </a:r>
            <a:r>
              <a:rPr sz="3100" spc="-25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0" dirty="0">
                <a:solidFill>
                  <a:srgbClr val="18130C"/>
                </a:solidFill>
                <a:latin typeface="Arial"/>
                <a:cs typeface="Arial"/>
              </a:rPr>
              <a:t>Breakdown</a:t>
            </a:r>
            <a:r>
              <a:rPr sz="3100" spc="-14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dirty="0">
                <a:solidFill>
                  <a:srgbClr val="18130C"/>
                </a:solidFill>
                <a:latin typeface="Arial"/>
                <a:cs typeface="Arial"/>
              </a:rPr>
              <a:t>Structure</a:t>
            </a:r>
            <a:r>
              <a:rPr sz="3100" spc="-114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65" dirty="0">
                <a:solidFill>
                  <a:srgbClr val="18130C"/>
                </a:solidFill>
                <a:latin typeface="Arial"/>
                <a:cs typeface="Arial"/>
              </a:rPr>
              <a:t>(CBS)</a:t>
            </a:r>
            <a:r>
              <a:rPr sz="3100" spc="-1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dirty="0">
                <a:solidFill>
                  <a:srgbClr val="18130C"/>
                </a:solidFill>
                <a:latin typeface="Arial"/>
                <a:cs typeface="Arial"/>
              </a:rPr>
              <a:t>-</a:t>
            </a:r>
            <a:r>
              <a:rPr sz="3100" spc="-11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3100" spc="-10" dirty="0">
                <a:solidFill>
                  <a:srgbClr val="18130C"/>
                </a:solidFill>
                <a:latin typeface="Arial"/>
                <a:cs typeface="Arial"/>
              </a:rPr>
              <a:t>Labor</a:t>
            </a:r>
            <a:endParaRPr sz="31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17097" y="2527139"/>
            <a:ext cx="133794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381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Total </a:t>
            </a: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Developers:</a:t>
            </a:r>
            <a:r>
              <a:rPr sz="1600" spc="34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50" dirty="0">
                <a:solidFill>
                  <a:srgbClr val="18130C"/>
                </a:solidFill>
                <a:latin typeface="Arial"/>
                <a:cs typeface="Arial"/>
              </a:rPr>
              <a:t>5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439548" y="2460222"/>
            <a:ext cx="1675130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2540">
              <a:lnSpc>
                <a:spcPct val="101499"/>
              </a:lnSpc>
              <a:spcBef>
                <a:spcPts val="75"/>
              </a:spcBef>
            </a:pP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Salary:</a:t>
            </a:r>
            <a:r>
              <a:rPr sz="1600" spc="1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8,000</a:t>
            </a:r>
            <a:r>
              <a:rPr sz="1600" spc="50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INR</a:t>
            </a:r>
            <a:r>
              <a:rPr sz="1600" spc="-9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per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developer/month</a:t>
            </a:r>
            <a:endParaRPr sz="1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323328" y="2353153"/>
            <a:ext cx="1205865" cy="100647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indent="17145">
              <a:lnSpc>
                <a:spcPct val="100600"/>
              </a:lnSpc>
              <a:spcBef>
                <a:spcPts val="90"/>
              </a:spcBef>
            </a:pPr>
            <a:r>
              <a:rPr sz="1600" dirty="0">
                <a:solidFill>
                  <a:srgbClr val="18130C"/>
                </a:solidFill>
                <a:latin typeface="Arial"/>
                <a:cs typeface="Arial"/>
              </a:rPr>
              <a:t>Total</a:t>
            </a:r>
            <a:r>
              <a:rPr sz="1600" spc="5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8130C"/>
                </a:solidFill>
                <a:latin typeface="Arial"/>
                <a:cs typeface="Arial"/>
              </a:rPr>
              <a:t>Labor </a:t>
            </a:r>
            <a:r>
              <a:rPr sz="1600" spc="50" dirty="0">
                <a:solidFill>
                  <a:srgbClr val="18130C"/>
                </a:solidFill>
                <a:latin typeface="Arial"/>
                <a:cs typeface="Arial"/>
              </a:rPr>
              <a:t>Cost</a:t>
            </a:r>
            <a:r>
              <a:rPr sz="1600" spc="8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(3 </a:t>
            </a:r>
            <a:r>
              <a:rPr sz="1600" spc="40" dirty="0">
                <a:solidFill>
                  <a:srgbClr val="18130C"/>
                </a:solidFill>
                <a:latin typeface="Arial"/>
                <a:cs typeface="Arial"/>
              </a:rPr>
              <a:t>months): </a:t>
            </a:r>
            <a:r>
              <a:rPr sz="1600" spc="45" dirty="0">
                <a:solidFill>
                  <a:srgbClr val="18130C"/>
                </a:solidFill>
                <a:latin typeface="Arial"/>
                <a:cs typeface="Arial"/>
              </a:rPr>
              <a:t>120,000</a:t>
            </a:r>
            <a:r>
              <a:rPr sz="1600" spc="-3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600" spc="-25" dirty="0">
                <a:solidFill>
                  <a:srgbClr val="18130C"/>
                </a:solidFill>
                <a:latin typeface="Arial"/>
                <a:cs typeface="Arial"/>
              </a:rPr>
              <a:t>INR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9638" y="4359057"/>
            <a:ext cx="297180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dirty="0">
                <a:solidFill>
                  <a:srgbClr val="18130C"/>
                </a:solidFill>
                <a:latin typeface="Arial"/>
                <a:cs typeface="Arial"/>
              </a:rPr>
              <a:t>Based</a:t>
            </a:r>
            <a:r>
              <a:rPr sz="1350" spc="30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350" spc="70" dirty="0">
                <a:solidFill>
                  <a:srgbClr val="2D281D"/>
                </a:solidFill>
                <a:latin typeface="Arial"/>
                <a:cs typeface="Arial"/>
              </a:rPr>
              <a:t>on</a:t>
            </a:r>
            <a:r>
              <a:rPr sz="1350" spc="1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D281D"/>
                </a:solidFill>
                <a:latin typeface="Arial"/>
                <a:cs typeface="Arial"/>
              </a:rPr>
              <a:t>a</a:t>
            </a:r>
            <a:r>
              <a:rPr sz="1350" spc="5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D281D"/>
                </a:solidFill>
                <a:latin typeface="Arial"/>
                <a:cs typeface="Arial"/>
              </a:rPr>
              <a:t>3-month</a:t>
            </a:r>
            <a:r>
              <a:rPr sz="1350" spc="85" dirty="0">
                <a:solidFill>
                  <a:srgbClr val="2D281D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8130C"/>
                </a:solidFill>
                <a:latin typeface="Arial"/>
                <a:cs typeface="Arial"/>
              </a:rPr>
              <a:t>project</a:t>
            </a:r>
            <a:r>
              <a:rPr sz="1350" spc="85" dirty="0">
                <a:solidFill>
                  <a:srgbClr val="18130C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8130C"/>
                </a:solidFill>
                <a:latin typeface="Arial"/>
                <a:cs typeface="Arial"/>
              </a:rPr>
              <a:t>duration</a:t>
            </a:r>
            <a:r>
              <a:rPr sz="1350" spc="-10" dirty="0">
                <a:solidFill>
                  <a:srgbClr val="443F34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71359" y="2355444"/>
            <a:ext cx="872767" cy="86992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355444"/>
            <a:ext cx="1181593" cy="86992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015384" y="2355444"/>
            <a:ext cx="1195020" cy="86992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706559" y="3747331"/>
            <a:ext cx="886195" cy="869929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85914" y="391119"/>
            <a:ext cx="7901305" cy="1014730"/>
          </a:xfrm>
          <a:prstGeom prst="rect">
            <a:avLst/>
          </a:prstGeom>
        </p:spPr>
        <p:txBody>
          <a:bodyPr vert="horz" wrap="square" lIns="0" tIns="81915" rIns="0" bIns="0" rtlCol="0">
            <a:spAutoFit/>
          </a:bodyPr>
          <a:lstStyle/>
          <a:p>
            <a:pPr marL="12700" marR="5080">
              <a:lnSpc>
                <a:spcPts val="3640"/>
              </a:lnSpc>
              <a:spcBef>
                <a:spcPts val="645"/>
              </a:spcBef>
            </a:pPr>
            <a:r>
              <a:rPr sz="3450" spc="-50" dirty="0">
                <a:solidFill>
                  <a:srgbClr val="18130A"/>
                </a:solidFill>
              </a:rPr>
              <a:t>Cost</a:t>
            </a:r>
            <a:r>
              <a:rPr sz="3450" spc="-170" dirty="0">
                <a:solidFill>
                  <a:srgbClr val="18130A"/>
                </a:solidFill>
              </a:rPr>
              <a:t> </a:t>
            </a:r>
            <a:r>
              <a:rPr sz="3450" spc="-60" dirty="0">
                <a:solidFill>
                  <a:srgbClr val="18130A"/>
                </a:solidFill>
              </a:rPr>
              <a:t>Breakdown</a:t>
            </a:r>
            <a:r>
              <a:rPr sz="3450" spc="-155" dirty="0">
                <a:solidFill>
                  <a:srgbClr val="18130A"/>
                </a:solidFill>
              </a:rPr>
              <a:t> </a:t>
            </a:r>
            <a:r>
              <a:rPr sz="3450" spc="-20" dirty="0">
                <a:solidFill>
                  <a:srgbClr val="18130A"/>
                </a:solidFill>
              </a:rPr>
              <a:t>Structure</a:t>
            </a:r>
            <a:r>
              <a:rPr sz="3450" spc="-30" dirty="0">
                <a:solidFill>
                  <a:srgbClr val="18130A"/>
                </a:solidFill>
              </a:rPr>
              <a:t> </a:t>
            </a:r>
            <a:r>
              <a:rPr sz="3450" spc="-245" dirty="0">
                <a:solidFill>
                  <a:srgbClr val="18130A"/>
                </a:solidFill>
              </a:rPr>
              <a:t>(CBS)</a:t>
            </a:r>
            <a:r>
              <a:rPr sz="3450" spc="-20" dirty="0">
                <a:solidFill>
                  <a:srgbClr val="18130A"/>
                </a:solidFill>
              </a:rPr>
              <a:t> </a:t>
            </a:r>
            <a:r>
              <a:rPr sz="3450" dirty="0">
                <a:solidFill>
                  <a:srgbClr val="18130A"/>
                </a:solidFill>
              </a:rPr>
              <a:t>-</a:t>
            </a:r>
            <a:r>
              <a:rPr sz="3450" spc="-220" dirty="0">
                <a:solidFill>
                  <a:srgbClr val="18130A"/>
                </a:solidFill>
              </a:rPr>
              <a:t> </a:t>
            </a:r>
            <a:r>
              <a:rPr sz="3450" spc="-75" dirty="0">
                <a:solidFill>
                  <a:srgbClr val="18130A"/>
                </a:solidFill>
              </a:rPr>
              <a:t>Material </a:t>
            </a:r>
            <a:r>
              <a:rPr sz="3450" spc="-10" dirty="0">
                <a:solidFill>
                  <a:srgbClr val="18130A"/>
                </a:solidFill>
              </a:rPr>
              <a:t>Costs</a:t>
            </a:r>
            <a:endParaRPr sz="3450"/>
          </a:p>
        </p:txBody>
      </p:sp>
      <p:sp>
        <p:nvSpPr>
          <p:cNvPr id="7" name="object 7"/>
          <p:cNvSpPr txBox="1"/>
          <p:nvPr/>
        </p:nvSpPr>
        <p:spPr>
          <a:xfrm>
            <a:off x="1693123" y="2400321"/>
            <a:ext cx="1203325" cy="76644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2700" marR="15875" indent="3810">
              <a:lnSpc>
                <a:spcPts val="1900"/>
              </a:lnSpc>
              <a:spcBef>
                <a:spcPts val="234"/>
              </a:spcBef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Laptop</a:t>
            </a:r>
            <a:r>
              <a:rPr sz="1650" spc="13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0" dirty="0">
                <a:solidFill>
                  <a:srgbClr val="2F281F"/>
                </a:solidFill>
                <a:latin typeface="Arial"/>
                <a:cs typeface="Arial"/>
              </a:rPr>
              <a:t>Cost </a:t>
            </a:r>
            <a:r>
              <a:rPr sz="1650" dirty="0">
                <a:solidFill>
                  <a:srgbClr val="2F281F"/>
                </a:solidFill>
                <a:latin typeface="Arial"/>
                <a:cs typeface="Arial"/>
              </a:rPr>
              <a:t>(5</a:t>
            </a:r>
            <a:r>
              <a:rPr sz="1650" spc="20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units):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ts val="1895"/>
              </a:lnSpc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200,000</a:t>
            </a:r>
            <a:r>
              <a:rPr sz="1650" spc="6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46070" y="4372440"/>
            <a:ext cx="299847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dirty="0">
                <a:solidFill>
                  <a:srgbClr val="18130A"/>
                </a:solidFill>
                <a:latin typeface="Arial"/>
                <a:cs typeface="Arial"/>
              </a:rPr>
              <a:t>Based</a:t>
            </a:r>
            <a:r>
              <a:rPr sz="1350" spc="1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350" spc="70" dirty="0">
                <a:solidFill>
                  <a:srgbClr val="2F281F"/>
                </a:solidFill>
                <a:latin typeface="Arial"/>
                <a:cs typeface="Arial"/>
              </a:rPr>
              <a:t>on</a:t>
            </a:r>
            <a:r>
              <a:rPr sz="1350" spc="35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spc="75" dirty="0">
                <a:solidFill>
                  <a:srgbClr val="2F281F"/>
                </a:solidFill>
                <a:latin typeface="Arial"/>
                <a:cs typeface="Arial"/>
              </a:rPr>
              <a:t>a</a:t>
            </a:r>
            <a:r>
              <a:rPr sz="1350" spc="10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2F281F"/>
                </a:solidFill>
                <a:latin typeface="Arial"/>
                <a:cs typeface="Arial"/>
              </a:rPr>
              <a:t>3-month</a:t>
            </a:r>
            <a:r>
              <a:rPr sz="1350" spc="105" dirty="0">
                <a:solidFill>
                  <a:srgbClr val="2F281F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8130A"/>
                </a:solidFill>
                <a:latin typeface="Arial"/>
                <a:cs typeface="Arial"/>
              </a:rPr>
              <a:t>project</a:t>
            </a:r>
            <a:r>
              <a:rPr sz="1350" spc="18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8130A"/>
                </a:solidFill>
                <a:latin typeface="Arial"/>
                <a:cs typeface="Arial"/>
              </a:rPr>
              <a:t>duration</a:t>
            </a:r>
            <a:r>
              <a:rPr sz="1350" spc="-10" dirty="0">
                <a:solidFill>
                  <a:srgbClr val="544D42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436276" y="2400321"/>
            <a:ext cx="1268730" cy="76644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5240" marR="5080" indent="-635">
              <a:lnSpc>
                <a:spcPts val="1900"/>
              </a:lnSpc>
              <a:spcBef>
                <a:spcPts val="234"/>
              </a:spcBef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Internet</a:t>
            </a:r>
            <a:r>
              <a:rPr sz="1650" spc="14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0" dirty="0">
                <a:solidFill>
                  <a:srgbClr val="18130A"/>
                </a:solidFill>
                <a:latin typeface="Arial"/>
                <a:cs typeface="Arial"/>
              </a:rPr>
              <a:t>Cost </a:t>
            </a:r>
            <a:r>
              <a:rPr sz="1650" spc="60" dirty="0">
                <a:solidFill>
                  <a:srgbClr val="18130A"/>
                </a:solidFill>
                <a:latin typeface="Arial"/>
                <a:cs typeface="Arial"/>
              </a:rPr>
              <a:t>(3</a:t>
            </a:r>
            <a:r>
              <a:rPr sz="1650" spc="-10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months):</a:t>
            </a:r>
            <a:endParaRPr sz="1650">
              <a:latin typeface="Arial"/>
              <a:cs typeface="Arial"/>
            </a:endParaRPr>
          </a:p>
          <a:p>
            <a:pPr marL="12700">
              <a:lnSpc>
                <a:spcPts val="1895"/>
              </a:lnSpc>
            </a:pP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3,600</a:t>
            </a:r>
            <a:r>
              <a:rPr sz="1650" spc="2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348925" y="2520773"/>
            <a:ext cx="1494790" cy="518795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2700" marR="5080" indent="6985">
              <a:lnSpc>
                <a:spcPts val="1900"/>
              </a:lnSpc>
              <a:spcBef>
                <a:spcPts val="234"/>
              </a:spcBef>
            </a:pPr>
            <a:r>
              <a:rPr sz="1650" spc="-10" dirty="0">
                <a:solidFill>
                  <a:srgbClr val="18130A"/>
                </a:solidFill>
                <a:latin typeface="Arial"/>
                <a:cs typeface="Arial"/>
              </a:rPr>
              <a:t>Miscellaneous: </a:t>
            </a: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7,500</a:t>
            </a:r>
            <a:r>
              <a:rPr sz="1650" spc="3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729617" y="3912660"/>
            <a:ext cx="2007235" cy="532130"/>
          </a:xfrm>
          <a:prstGeom prst="rect">
            <a:avLst/>
          </a:prstGeom>
        </p:spPr>
        <p:txBody>
          <a:bodyPr vert="horz" wrap="square" lIns="0" tIns="10160" rIns="0" bIns="0" rtlCol="0">
            <a:spAutoFit/>
          </a:bodyPr>
          <a:lstStyle/>
          <a:p>
            <a:pPr marL="17780" marR="5080" indent="-5715">
              <a:lnSpc>
                <a:spcPct val="101099"/>
              </a:lnSpc>
              <a:spcBef>
                <a:spcPts val="80"/>
              </a:spcBef>
            </a:pPr>
            <a:r>
              <a:rPr sz="1650" spc="60" dirty="0">
                <a:solidFill>
                  <a:srgbClr val="18130A"/>
                </a:solidFill>
                <a:latin typeface="Arial"/>
                <a:cs typeface="Arial"/>
              </a:rPr>
              <a:t>Total</a:t>
            </a:r>
            <a:r>
              <a:rPr sz="1650" spc="-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65" dirty="0">
                <a:solidFill>
                  <a:srgbClr val="18130A"/>
                </a:solidFill>
                <a:latin typeface="Arial"/>
                <a:cs typeface="Arial"/>
              </a:rPr>
              <a:t>Material</a:t>
            </a:r>
            <a:r>
              <a:rPr sz="1650" spc="35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45" dirty="0">
                <a:solidFill>
                  <a:srgbClr val="18130A"/>
                </a:solidFill>
                <a:latin typeface="Arial"/>
                <a:cs typeface="Arial"/>
              </a:rPr>
              <a:t>Cost: </a:t>
            </a:r>
            <a:r>
              <a:rPr sz="1650" spc="55" dirty="0">
                <a:solidFill>
                  <a:srgbClr val="18130A"/>
                </a:solidFill>
                <a:latin typeface="Arial"/>
                <a:cs typeface="Arial"/>
              </a:rPr>
              <a:t>211,100</a:t>
            </a:r>
            <a:r>
              <a:rPr sz="1650" dirty="0">
                <a:solidFill>
                  <a:srgbClr val="18130A"/>
                </a:solidFill>
                <a:latin typeface="Arial"/>
                <a:cs typeface="Arial"/>
              </a:rPr>
              <a:t> </a:t>
            </a:r>
            <a:r>
              <a:rPr sz="1650" spc="-25" dirty="0">
                <a:solidFill>
                  <a:srgbClr val="18130A"/>
                </a:solidFill>
                <a:latin typeface="Arial"/>
                <a:cs typeface="Arial"/>
              </a:rPr>
              <a:t>INR</a:t>
            </a:r>
            <a:endParaRPr sz="16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1078" y="2342061"/>
            <a:ext cx="899622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97081" y="2342061"/>
            <a:ext cx="899622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899622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53502" y="2342061"/>
            <a:ext cx="899622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99124" rIns="0" bIns="0" rtlCol="0">
            <a:spAutoFit/>
          </a:bodyPr>
          <a:lstStyle/>
          <a:p>
            <a:pPr marL="129539">
              <a:lnSpc>
                <a:spcPct val="100000"/>
              </a:lnSpc>
              <a:spcBef>
                <a:spcPts val="105"/>
              </a:spcBef>
            </a:pPr>
            <a:r>
              <a:rPr sz="3400" spc="-65" dirty="0">
                <a:solidFill>
                  <a:srgbClr val="130E08"/>
                </a:solidFill>
              </a:rPr>
              <a:t>Risk</a:t>
            </a:r>
            <a:r>
              <a:rPr sz="3400" spc="-150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Analysis</a:t>
            </a:r>
            <a:r>
              <a:rPr sz="3400" spc="-105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-</a:t>
            </a:r>
            <a:r>
              <a:rPr sz="3400" spc="-300" dirty="0">
                <a:solidFill>
                  <a:srgbClr val="130E08"/>
                </a:solidFill>
              </a:rPr>
              <a:t> </a:t>
            </a:r>
            <a:r>
              <a:rPr sz="3400" dirty="0">
                <a:solidFill>
                  <a:srgbClr val="130E08"/>
                </a:solidFill>
              </a:rPr>
              <a:t>Technical</a:t>
            </a:r>
            <a:r>
              <a:rPr sz="3400" spc="-5" dirty="0">
                <a:solidFill>
                  <a:srgbClr val="130E08"/>
                </a:solidFill>
              </a:rPr>
              <a:t> </a:t>
            </a:r>
            <a:r>
              <a:rPr sz="3350" spc="-229" dirty="0">
                <a:solidFill>
                  <a:srgbClr val="130E08"/>
                </a:solidFill>
              </a:rPr>
              <a:t>&amp;</a:t>
            </a:r>
            <a:r>
              <a:rPr sz="3350" spc="-240" dirty="0">
                <a:solidFill>
                  <a:srgbClr val="130E08"/>
                </a:solidFill>
              </a:rPr>
              <a:t> </a:t>
            </a:r>
            <a:r>
              <a:rPr sz="3400" spc="-10" dirty="0">
                <a:solidFill>
                  <a:srgbClr val="130E08"/>
                </a:solidFill>
              </a:rPr>
              <a:t>Schedule</a:t>
            </a:r>
            <a:endParaRPr sz="3400"/>
          </a:p>
        </p:txBody>
      </p:sp>
      <p:sp>
        <p:nvSpPr>
          <p:cNvPr id="7" name="object 7"/>
          <p:cNvSpPr txBox="1"/>
          <p:nvPr/>
        </p:nvSpPr>
        <p:spPr>
          <a:xfrm>
            <a:off x="1646346" y="1732032"/>
            <a:ext cx="1657985" cy="337820"/>
          </a:xfrm>
          <a:prstGeom prst="rect">
            <a:avLst/>
          </a:prstGeom>
          <a:solidFill>
            <a:srgbClr val="181107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80" dirty="0">
                <a:solidFill>
                  <a:srgbClr val="E9E2D6"/>
                </a:solidFill>
                <a:latin typeface="Arial"/>
                <a:cs typeface="Arial"/>
              </a:rPr>
              <a:t>Technical</a:t>
            </a:r>
            <a:r>
              <a:rPr sz="1850" b="1" spc="15" dirty="0">
                <a:solidFill>
                  <a:srgbClr val="E9E2D6"/>
                </a:solidFill>
                <a:latin typeface="Arial"/>
                <a:cs typeface="Arial"/>
              </a:rPr>
              <a:t> </a:t>
            </a:r>
            <a:r>
              <a:rPr sz="1850" b="1" spc="-70" dirty="0">
                <a:solidFill>
                  <a:srgbClr val="E9E2D6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37352" y="2533831"/>
            <a:ext cx="1217930" cy="511175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 marR="5080" indent="-635">
              <a:lnSpc>
                <a:spcPts val="1900"/>
              </a:lnSpc>
              <a:spcBef>
                <a:spcPts val="185"/>
              </a:spcBef>
            </a:pP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Browser compatibility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984630" y="2533831"/>
            <a:ext cx="25717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spc="-25" dirty="0">
                <a:solidFill>
                  <a:srgbClr val="52261F"/>
                </a:solidFill>
                <a:latin typeface="Arial"/>
                <a:cs typeface="Arial"/>
              </a:rPr>
              <a:t>_,.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054107" y="1732032"/>
            <a:ext cx="1594485" cy="337820"/>
          </a:xfrm>
          <a:prstGeom prst="rect">
            <a:avLst/>
          </a:prstGeom>
          <a:solidFill>
            <a:srgbClr val="181107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95" dirty="0">
                <a:solidFill>
                  <a:srgbClr val="E9E2D6"/>
                </a:solidFill>
                <a:latin typeface="Arial"/>
                <a:cs typeface="Arial"/>
              </a:rPr>
              <a:t>Schedule</a:t>
            </a:r>
            <a:r>
              <a:rPr sz="1850" b="1" spc="10" dirty="0">
                <a:solidFill>
                  <a:srgbClr val="E9E2D6"/>
                </a:solidFill>
                <a:latin typeface="Arial"/>
                <a:cs typeface="Arial"/>
              </a:rPr>
              <a:t> </a:t>
            </a:r>
            <a:r>
              <a:rPr sz="1850" b="1" spc="-95" dirty="0">
                <a:solidFill>
                  <a:srgbClr val="E9E2D6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046409" y="2420071"/>
            <a:ext cx="1458595" cy="7588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7620">
              <a:lnSpc>
                <a:spcPct val="100200"/>
              </a:lnSpc>
              <a:spcBef>
                <a:spcPts val="100"/>
              </a:spcBef>
              <a:tabLst>
                <a:tab pos="1207135" algn="l"/>
              </a:tabLst>
            </a:pP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Delays</a:t>
            </a:r>
            <a:r>
              <a:rPr sz="1600" spc="-25" dirty="0">
                <a:solidFill>
                  <a:srgbClr val="130E08"/>
                </a:solidFill>
                <a:latin typeface="Arial"/>
                <a:cs typeface="Arial"/>
              </a:rPr>
              <a:t> </a:t>
            </a:r>
            <a:r>
              <a:rPr sz="1600" spc="50" dirty="0">
                <a:solidFill>
                  <a:srgbClr val="130E08"/>
                </a:solidFill>
                <a:latin typeface="Arial"/>
                <a:cs typeface="Arial"/>
              </a:rPr>
              <a:t>from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technical</a:t>
            </a: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52261F"/>
                </a:solidFill>
                <a:latin typeface="Arial"/>
                <a:cs typeface="Arial"/>
              </a:rPr>
              <a:t>_,.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challenges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497096" y="3370301"/>
            <a:ext cx="1193800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208279" marR="5080" indent="-196215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Requirement </a:t>
            </a:r>
            <a:r>
              <a:rPr sz="1600" spc="-10" dirty="0">
                <a:solidFill>
                  <a:srgbClr val="2A231A"/>
                </a:solidFill>
                <a:latin typeface="Arial"/>
                <a:cs typeface="Arial"/>
              </a:rPr>
              <a:t>changes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214230" y="3370301"/>
            <a:ext cx="124396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89230" marR="5080" indent="-177165">
              <a:lnSpc>
                <a:spcPct val="101499"/>
              </a:lnSpc>
              <a:spcBef>
                <a:spcPts val="75"/>
              </a:spcBef>
            </a:pPr>
            <a:r>
              <a:rPr sz="1600" dirty="0">
                <a:solidFill>
                  <a:srgbClr val="130E08"/>
                </a:solidFill>
                <a:latin typeface="Arial"/>
                <a:cs typeface="Arial"/>
              </a:rPr>
              <a:t>Data</a:t>
            </a:r>
            <a:r>
              <a:rPr sz="1600" spc="-45" dirty="0">
                <a:solidFill>
                  <a:srgbClr val="130E08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130E08"/>
                </a:solidFill>
                <a:latin typeface="Arial"/>
                <a:cs typeface="Arial"/>
              </a:rPr>
              <a:t>security breaches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12036" y="4386149"/>
            <a:ext cx="30105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2A231A"/>
                </a:solidFill>
                <a:latin typeface="Arial"/>
                <a:cs typeface="Arial"/>
              </a:rPr>
              <a:t>Based</a:t>
            </a:r>
            <a:r>
              <a:rPr sz="1400" spc="15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spc="50" dirty="0">
                <a:solidFill>
                  <a:srgbClr val="3D362B"/>
                </a:solidFill>
                <a:latin typeface="Arial"/>
                <a:cs typeface="Arial"/>
              </a:rPr>
              <a:t>on</a:t>
            </a:r>
            <a:r>
              <a:rPr sz="1400" spc="-45" dirty="0">
                <a:solidFill>
                  <a:srgbClr val="3D362B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2A231A"/>
                </a:solidFill>
                <a:latin typeface="Arial"/>
                <a:cs typeface="Arial"/>
              </a:rPr>
              <a:t>a</a:t>
            </a:r>
            <a:r>
              <a:rPr sz="1400" spc="-30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3D362B"/>
                </a:solidFill>
                <a:latin typeface="Arial"/>
                <a:cs typeface="Arial"/>
              </a:rPr>
              <a:t>3-month</a:t>
            </a:r>
            <a:r>
              <a:rPr sz="1400" spc="-40" dirty="0">
                <a:solidFill>
                  <a:srgbClr val="3D362B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2A231A"/>
                </a:solidFill>
                <a:latin typeface="Arial"/>
                <a:cs typeface="Arial"/>
              </a:rPr>
              <a:t>project</a:t>
            </a:r>
            <a:r>
              <a:rPr sz="1400" spc="105" dirty="0">
                <a:solidFill>
                  <a:srgbClr val="2A231A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A231A"/>
                </a:solidFill>
                <a:latin typeface="Arial"/>
                <a:cs typeface="Arial"/>
              </a:rPr>
              <a:t>duration.</a:t>
            </a:r>
            <a:endParaRPr sz="14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2342061"/>
            <a:ext cx="899622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80837" y="2342061"/>
            <a:ext cx="1302438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899622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80356" y="2342061"/>
            <a:ext cx="899622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85741" rIns="0" bIns="0" rtlCol="0">
            <a:spAutoFit/>
          </a:bodyPr>
          <a:lstStyle/>
          <a:p>
            <a:pPr marL="95885">
              <a:lnSpc>
                <a:spcPct val="100000"/>
              </a:lnSpc>
              <a:spcBef>
                <a:spcPts val="105"/>
              </a:spcBef>
            </a:pPr>
            <a:r>
              <a:rPr sz="3400" spc="-35" dirty="0">
                <a:solidFill>
                  <a:srgbClr val="211A11"/>
                </a:solidFill>
              </a:rPr>
              <a:t>Risk</a:t>
            </a:r>
            <a:r>
              <a:rPr sz="3400" spc="-95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Analysis</a:t>
            </a:r>
            <a:r>
              <a:rPr sz="3400" spc="25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-</a:t>
            </a:r>
            <a:r>
              <a:rPr sz="3400" spc="-260" dirty="0">
                <a:solidFill>
                  <a:srgbClr val="211A11"/>
                </a:solidFill>
              </a:rPr>
              <a:t> </a:t>
            </a:r>
            <a:r>
              <a:rPr sz="3400" dirty="0">
                <a:solidFill>
                  <a:srgbClr val="211A11"/>
                </a:solidFill>
              </a:rPr>
              <a:t>Cost</a:t>
            </a:r>
            <a:r>
              <a:rPr sz="3400" spc="-135" dirty="0">
                <a:solidFill>
                  <a:srgbClr val="211A11"/>
                </a:solidFill>
              </a:rPr>
              <a:t> </a:t>
            </a:r>
            <a:r>
              <a:rPr sz="3350" spc="-229" dirty="0">
                <a:solidFill>
                  <a:srgbClr val="211A11"/>
                </a:solidFill>
              </a:rPr>
              <a:t>&amp;</a:t>
            </a:r>
            <a:r>
              <a:rPr sz="3350" spc="-300" dirty="0">
                <a:solidFill>
                  <a:srgbClr val="211A11"/>
                </a:solidFill>
              </a:rPr>
              <a:t> </a:t>
            </a:r>
            <a:r>
              <a:rPr sz="3400" spc="-10" dirty="0">
                <a:solidFill>
                  <a:srgbClr val="211A11"/>
                </a:solidFill>
              </a:rPr>
              <a:t>Organizational</a:t>
            </a:r>
            <a:endParaRPr sz="3400"/>
          </a:p>
        </p:txBody>
      </p:sp>
      <p:sp>
        <p:nvSpPr>
          <p:cNvPr id="7" name="object 7"/>
          <p:cNvSpPr txBox="1"/>
          <p:nvPr/>
        </p:nvSpPr>
        <p:spPr>
          <a:xfrm>
            <a:off x="1909282" y="1732062"/>
            <a:ext cx="1099820" cy="328295"/>
          </a:xfrm>
          <a:prstGeom prst="rect">
            <a:avLst/>
          </a:prstGeom>
          <a:solidFill>
            <a:srgbClr val="1C1308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00" b="1" spc="-90" dirty="0">
                <a:solidFill>
                  <a:srgbClr val="E4DBCF"/>
                </a:solidFill>
                <a:latin typeface="Arial"/>
                <a:cs typeface="Arial"/>
              </a:rPr>
              <a:t>Cost</a:t>
            </a:r>
            <a:r>
              <a:rPr sz="1800" b="1" spc="-35" dirty="0">
                <a:solidFill>
                  <a:srgbClr val="E4DBCF"/>
                </a:solidFill>
                <a:latin typeface="Arial"/>
                <a:cs typeface="Arial"/>
              </a:rPr>
              <a:t> </a:t>
            </a:r>
            <a:r>
              <a:rPr sz="1800" b="1" spc="-75" dirty="0">
                <a:solidFill>
                  <a:srgbClr val="E4DBCF"/>
                </a:solidFill>
                <a:latin typeface="Arial"/>
                <a:cs typeface="Arial"/>
              </a:rPr>
              <a:t>Risks</a:t>
            </a:r>
            <a:endParaRPr sz="18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11958" y="2533831"/>
            <a:ext cx="844550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508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Budget overruns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254103" y="3383686"/>
            <a:ext cx="1148715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48895" marR="5080" indent="-36830" algn="just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Unexpected operational expenses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85181" y="4406224"/>
            <a:ext cx="302450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solidFill>
                  <a:srgbClr val="211A11"/>
                </a:solidFill>
                <a:latin typeface="Arial"/>
                <a:cs typeface="Arial"/>
              </a:rPr>
              <a:t>Based</a:t>
            </a:r>
            <a:r>
              <a:rPr sz="1400" spc="50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spc="80" dirty="0">
                <a:solidFill>
                  <a:srgbClr val="383126"/>
                </a:solidFill>
                <a:latin typeface="Arial"/>
                <a:cs typeface="Arial"/>
              </a:rPr>
              <a:t>on</a:t>
            </a:r>
            <a:r>
              <a:rPr sz="1400" spc="-95" dirty="0">
                <a:solidFill>
                  <a:srgbClr val="383126"/>
                </a:solidFill>
                <a:latin typeface="Arial"/>
                <a:cs typeface="Arial"/>
              </a:rPr>
              <a:t> </a:t>
            </a:r>
            <a:r>
              <a:rPr sz="1400" spc="65" dirty="0">
                <a:solidFill>
                  <a:srgbClr val="211A11"/>
                </a:solidFill>
                <a:latin typeface="Arial"/>
                <a:cs typeface="Arial"/>
              </a:rPr>
              <a:t>a</a:t>
            </a:r>
            <a:r>
              <a:rPr sz="1400" spc="-5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dirty="0">
                <a:solidFill>
                  <a:srgbClr val="383126"/>
                </a:solidFill>
                <a:latin typeface="Arial"/>
                <a:cs typeface="Arial"/>
              </a:rPr>
              <a:t>3-month </a:t>
            </a:r>
            <a:r>
              <a:rPr sz="1400" dirty="0">
                <a:solidFill>
                  <a:srgbClr val="211A11"/>
                </a:solidFill>
                <a:latin typeface="Arial"/>
                <a:cs typeface="Arial"/>
              </a:rPr>
              <a:t>project</a:t>
            </a:r>
            <a:r>
              <a:rPr sz="1400" spc="105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400" spc="-10" dirty="0">
                <a:solidFill>
                  <a:srgbClr val="211A11"/>
                </a:solidFill>
                <a:latin typeface="Arial"/>
                <a:cs typeface="Arial"/>
              </a:rPr>
              <a:t>duration.</a:t>
            </a:r>
            <a:endParaRPr sz="14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810801" y="1732062"/>
            <a:ext cx="2125980" cy="328295"/>
          </a:xfrm>
          <a:prstGeom prst="rect">
            <a:avLst/>
          </a:prstGeom>
          <a:solidFill>
            <a:srgbClr val="1C1308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00" b="1" spc="-65" dirty="0">
                <a:solidFill>
                  <a:srgbClr val="E4DBCF"/>
                </a:solidFill>
                <a:latin typeface="Arial"/>
                <a:cs typeface="Arial"/>
              </a:rPr>
              <a:t>Organizational</a:t>
            </a:r>
            <a:r>
              <a:rPr sz="1800" b="1" spc="-55" dirty="0">
                <a:solidFill>
                  <a:srgbClr val="E4DBCF"/>
                </a:solidFill>
                <a:latin typeface="Arial"/>
                <a:cs typeface="Arial"/>
              </a:rPr>
              <a:t> </a:t>
            </a:r>
            <a:r>
              <a:rPr sz="1800" b="1" spc="-45" dirty="0">
                <a:solidFill>
                  <a:srgbClr val="E4DBCF"/>
                </a:solidFill>
                <a:latin typeface="Arial"/>
                <a:cs typeface="Arial"/>
              </a:rPr>
              <a:t>Risks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060795" y="2420071"/>
            <a:ext cx="1406525" cy="76517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3335" marR="5080" indent="-1270">
              <a:lnSpc>
                <a:spcPct val="101499"/>
              </a:lnSpc>
              <a:spcBef>
                <a:spcPts val="75"/>
              </a:spcBef>
              <a:tabLst>
                <a:tab pos="1212850" algn="l"/>
              </a:tabLst>
            </a:pPr>
            <a:r>
              <a:rPr sz="1600" dirty="0">
                <a:solidFill>
                  <a:srgbClr val="211A11"/>
                </a:solidFill>
                <a:latin typeface="Arial"/>
                <a:cs typeface="Arial"/>
              </a:rPr>
              <a:t>Poor</a:t>
            </a:r>
            <a:r>
              <a:rPr sz="1600" spc="100" dirty="0">
                <a:solidFill>
                  <a:srgbClr val="211A11"/>
                </a:solidFill>
                <a:latin typeface="Arial"/>
                <a:cs typeface="Arial"/>
              </a:rPr>
              <a:t> </a:t>
            </a:r>
            <a:r>
              <a:rPr sz="1600" spc="40" dirty="0">
                <a:solidFill>
                  <a:srgbClr val="211A11"/>
                </a:solidFill>
                <a:latin typeface="Arial"/>
                <a:cs typeface="Arial"/>
              </a:rPr>
              <a:t>team communi-</a:t>
            </a:r>
            <a:r>
              <a:rPr sz="1600" dirty="0">
                <a:solidFill>
                  <a:srgbClr val="211A11"/>
                </a:solidFill>
                <a:latin typeface="Arial"/>
                <a:cs typeface="Arial"/>
              </a:rPr>
              <a:t>	</a:t>
            </a:r>
            <a:r>
              <a:rPr sz="1600" spc="-25" dirty="0">
                <a:solidFill>
                  <a:srgbClr val="4F281F"/>
                </a:solidFill>
                <a:latin typeface="Arial"/>
                <a:cs typeface="Arial"/>
              </a:rPr>
              <a:t>_. </a:t>
            </a:r>
            <a:r>
              <a:rPr sz="1600" spc="40" dirty="0">
                <a:solidFill>
                  <a:srgbClr val="211A11"/>
                </a:solidFill>
                <a:latin typeface="Arial"/>
                <a:cs typeface="Arial"/>
              </a:rPr>
              <a:t>cation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550836" y="3383686"/>
            <a:ext cx="1127125" cy="51752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74625" marR="5080" indent="-162560">
              <a:lnSpc>
                <a:spcPct val="101499"/>
              </a:lnSpc>
              <a:spcBef>
                <a:spcPts val="75"/>
              </a:spcBef>
            </a:pPr>
            <a:r>
              <a:rPr sz="1600" spc="-10" dirty="0">
                <a:solidFill>
                  <a:srgbClr val="211A11"/>
                </a:solidFill>
                <a:latin typeface="Arial"/>
                <a:cs typeface="Arial"/>
              </a:rPr>
              <a:t>Stakeholder changes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7369" y="2342061"/>
            <a:ext cx="913049" cy="89669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67410" y="2342061"/>
            <a:ext cx="1315866" cy="89669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48625" y="2342061"/>
            <a:ext cx="913049" cy="896696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693784" y="2342061"/>
            <a:ext cx="913049" cy="896696"/>
          </a:xfrm>
          <a:prstGeom prst="rect">
            <a:avLst/>
          </a:prstGeom>
        </p:spPr>
      </p:pic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0259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10"/>
              </a:spcBef>
            </a:pPr>
            <a:r>
              <a:rPr sz="3500" spc="-105" dirty="0">
                <a:solidFill>
                  <a:srgbClr val="211A0F"/>
                </a:solidFill>
              </a:rPr>
              <a:t>Risk</a:t>
            </a:r>
            <a:r>
              <a:rPr sz="3500" spc="-114" dirty="0">
                <a:solidFill>
                  <a:srgbClr val="211A0F"/>
                </a:solidFill>
              </a:rPr>
              <a:t> </a:t>
            </a:r>
            <a:r>
              <a:rPr sz="3500" spc="-10" dirty="0">
                <a:solidFill>
                  <a:srgbClr val="211A0F"/>
                </a:solidFill>
              </a:rPr>
              <a:t>Analysis</a:t>
            </a:r>
            <a:r>
              <a:rPr sz="3500" spc="-80" dirty="0">
                <a:solidFill>
                  <a:srgbClr val="211A0F"/>
                </a:solidFill>
              </a:rPr>
              <a:t> </a:t>
            </a:r>
            <a:r>
              <a:rPr sz="3500" dirty="0">
                <a:solidFill>
                  <a:srgbClr val="312A1F"/>
                </a:solidFill>
              </a:rPr>
              <a:t>-</a:t>
            </a:r>
            <a:r>
              <a:rPr sz="3500" spc="-220" dirty="0">
                <a:solidFill>
                  <a:srgbClr val="312A1F"/>
                </a:solidFill>
              </a:rPr>
              <a:t> </a:t>
            </a:r>
            <a:r>
              <a:rPr sz="3500" dirty="0">
                <a:solidFill>
                  <a:srgbClr val="211A0F"/>
                </a:solidFill>
              </a:rPr>
              <a:t>People</a:t>
            </a:r>
            <a:r>
              <a:rPr sz="3500" spc="-114" dirty="0">
                <a:solidFill>
                  <a:srgbClr val="211A0F"/>
                </a:solidFill>
              </a:rPr>
              <a:t> </a:t>
            </a:r>
            <a:r>
              <a:rPr sz="3400" spc="-204" dirty="0">
                <a:solidFill>
                  <a:srgbClr val="211A0F"/>
                </a:solidFill>
              </a:rPr>
              <a:t>&amp;</a:t>
            </a:r>
            <a:r>
              <a:rPr sz="3400" spc="-265" dirty="0">
                <a:solidFill>
                  <a:srgbClr val="211A0F"/>
                </a:solidFill>
              </a:rPr>
              <a:t> </a:t>
            </a:r>
            <a:r>
              <a:rPr sz="3500" spc="-10" dirty="0">
                <a:solidFill>
                  <a:srgbClr val="211A0F"/>
                </a:solidFill>
              </a:rPr>
              <a:t>Business</a:t>
            </a:r>
            <a:endParaRPr sz="3500"/>
          </a:p>
        </p:txBody>
      </p:sp>
      <p:sp>
        <p:nvSpPr>
          <p:cNvPr id="7" name="object 7"/>
          <p:cNvSpPr txBox="1"/>
          <p:nvPr/>
        </p:nvSpPr>
        <p:spPr>
          <a:xfrm>
            <a:off x="1761851" y="1718649"/>
            <a:ext cx="1374140" cy="337820"/>
          </a:xfrm>
          <a:prstGeom prst="rect">
            <a:avLst/>
          </a:prstGeom>
          <a:solidFill>
            <a:srgbClr val="1F160A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80" dirty="0">
                <a:solidFill>
                  <a:srgbClr val="DDD3C8"/>
                </a:solidFill>
                <a:latin typeface="Arial"/>
                <a:cs typeface="Arial"/>
              </a:rPr>
              <a:t>People</a:t>
            </a:r>
            <a:r>
              <a:rPr sz="1850" b="1" spc="-25" dirty="0">
                <a:solidFill>
                  <a:srgbClr val="DDD3C8"/>
                </a:solidFill>
                <a:latin typeface="Arial"/>
                <a:cs typeface="Arial"/>
              </a:rPr>
              <a:t> </a:t>
            </a:r>
            <a:r>
              <a:rPr sz="1850" b="1" spc="-65" dirty="0">
                <a:solidFill>
                  <a:srgbClr val="DDD3C8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02588" y="2654283"/>
            <a:ext cx="932815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dirty="0">
                <a:solidFill>
                  <a:srgbClr val="211A0F"/>
                </a:solidFill>
                <a:latin typeface="Arial"/>
                <a:cs typeface="Arial"/>
              </a:rPr>
              <a:t>Skill</a:t>
            </a:r>
            <a:r>
              <a:rPr sz="1600" spc="120" dirty="0">
                <a:solidFill>
                  <a:srgbClr val="211A0F"/>
                </a:solidFill>
                <a:latin typeface="Arial"/>
                <a:cs typeface="Arial"/>
              </a:rPr>
              <a:t> </a:t>
            </a:r>
            <a:r>
              <a:rPr sz="1600" spc="-20" dirty="0">
                <a:solidFill>
                  <a:srgbClr val="312A1F"/>
                </a:solidFill>
                <a:latin typeface="Arial"/>
                <a:cs typeface="Arial"/>
              </a:rPr>
              <a:t>gaps</a:t>
            </a:r>
            <a:endParaRPr sz="16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085408" y="1725341"/>
            <a:ext cx="1602740" cy="337820"/>
          </a:xfrm>
          <a:prstGeom prst="rect">
            <a:avLst/>
          </a:prstGeom>
          <a:solidFill>
            <a:srgbClr val="1F160A"/>
          </a:solidFill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850" b="1" spc="-114" dirty="0">
                <a:solidFill>
                  <a:srgbClr val="DDD3C8"/>
                </a:solidFill>
                <a:latin typeface="Arial"/>
                <a:cs typeface="Arial"/>
              </a:rPr>
              <a:t>Business</a:t>
            </a:r>
            <a:r>
              <a:rPr sz="1850" b="1" spc="35" dirty="0">
                <a:solidFill>
                  <a:srgbClr val="DDD3C8"/>
                </a:solidFill>
                <a:latin typeface="Arial"/>
                <a:cs typeface="Arial"/>
              </a:rPr>
              <a:t> </a:t>
            </a:r>
            <a:r>
              <a:rPr sz="1850" b="1" spc="-60" dirty="0">
                <a:solidFill>
                  <a:srgbClr val="DDD3C8"/>
                </a:solidFill>
                <a:latin typeface="Arial"/>
                <a:cs typeface="Arial"/>
              </a:rPr>
              <a:t>Risks</a:t>
            </a:r>
            <a:endParaRPr sz="18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067917" y="2553906"/>
            <a:ext cx="1445260" cy="490855"/>
          </a:xfrm>
          <a:prstGeom prst="rect">
            <a:avLst/>
          </a:prstGeom>
        </p:spPr>
        <p:txBody>
          <a:bodyPr vert="horz" wrap="square" lIns="0" tIns="39370" rIns="0" bIns="0" rtlCol="0">
            <a:spAutoFit/>
          </a:bodyPr>
          <a:lstStyle/>
          <a:p>
            <a:pPr marL="12700" marR="5080" indent="-635">
              <a:lnSpc>
                <a:spcPts val="1739"/>
              </a:lnSpc>
              <a:spcBef>
                <a:spcPts val="310"/>
              </a:spcBef>
              <a:tabLst>
                <a:tab pos="1219200" algn="l"/>
              </a:tabLst>
            </a:pPr>
            <a:r>
              <a:rPr sz="1600" spc="165" dirty="0">
                <a:solidFill>
                  <a:srgbClr val="211A0F"/>
                </a:solidFill>
                <a:latin typeface="Arial"/>
                <a:cs typeface="Arial"/>
              </a:rPr>
              <a:t>Market</a:t>
            </a:r>
            <a:r>
              <a:rPr sz="1600" spc="165" dirty="0">
                <a:solidFill>
                  <a:srgbClr val="423B2D"/>
                </a:solidFill>
                <a:latin typeface="Arial"/>
                <a:cs typeface="Arial"/>
              </a:rPr>
              <a:t>..</a:t>
            </a:r>
            <a:r>
              <a:rPr sz="1600" dirty="0">
                <a:solidFill>
                  <a:srgbClr val="423B2D"/>
                </a:solidFill>
                <a:latin typeface="Arial"/>
                <a:cs typeface="Arial"/>
              </a:rPr>
              <a:t>	</a:t>
            </a:r>
            <a:r>
              <a:rPr sz="1600" spc="135" dirty="0">
                <a:solidFill>
                  <a:srgbClr val="522B24"/>
                </a:solidFill>
                <a:latin typeface="Arial"/>
                <a:cs typeface="Arial"/>
              </a:rPr>
              <a:t>_. </a:t>
            </a:r>
            <a:r>
              <a:rPr sz="1600" spc="-10" dirty="0">
                <a:solidFill>
                  <a:srgbClr val="312A1F"/>
                </a:solidFill>
                <a:latin typeface="Arial"/>
                <a:cs typeface="Arial"/>
              </a:rPr>
              <a:t>competIt1on</a:t>
            </a:r>
            <a:endParaRPr sz="1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124563" y="3383686"/>
            <a:ext cx="1401445" cy="524510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91440" marR="5080" indent="-79375">
              <a:lnSpc>
                <a:spcPct val="104299"/>
              </a:lnSpc>
              <a:spcBef>
                <a:spcPts val="20"/>
              </a:spcBef>
            </a:pPr>
            <a:r>
              <a:rPr sz="1600" dirty="0">
                <a:solidFill>
                  <a:srgbClr val="312A1F"/>
                </a:solidFill>
                <a:latin typeface="Arial"/>
                <a:cs typeface="Arial"/>
              </a:rPr>
              <a:t>Team</a:t>
            </a:r>
            <a:r>
              <a:rPr sz="1600" spc="70" dirty="0">
                <a:solidFill>
                  <a:srgbClr val="312A1F"/>
                </a:solidFill>
                <a:latin typeface="Arial"/>
                <a:cs typeface="Arial"/>
              </a:rPr>
              <a:t> </a:t>
            </a: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member unavailability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624655" y="3383686"/>
            <a:ext cx="1043940" cy="524510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 marL="121285" marR="5080" indent="-109220">
              <a:lnSpc>
                <a:spcPct val="104299"/>
              </a:lnSpc>
              <a:spcBef>
                <a:spcPts val="20"/>
              </a:spcBef>
            </a:pP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Regulatory </a:t>
            </a:r>
            <a:r>
              <a:rPr sz="1600" spc="-10" dirty="0">
                <a:solidFill>
                  <a:srgbClr val="423B2D"/>
                </a:solidFill>
                <a:latin typeface="Arial"/>
                <a:cs typeface="Arial"/>
              </a:rPr>
              <a:t>c</a:t>
            </a:r>
            <a:r>
              <a:rPr sz="1600" spc="-10" dirty="0">
                <a:solidFill>
                  <a:srgbClr val="211A0F"/>
                </a:solidFill>
                <a:latin typeface="Arial"/>
                <a:cs typeface="Arial"/>
              </a:rPr>
              <a:t>hange</a:t>
            </a:r>
            <a:r>
              <a:rPr sz="1600" spc="-10" dirty="0">
                <a:solidFill>
                  <a:srgbClr val="423B2D"/>
                </a:solidFill>
                <a:latin typeface="Arial"/>
                <a:cs typeface="Arial"/>
              </a:rPr>
              <a:t>s</a:t>
            </a:r>
            <a:endParaRPr sz="1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64108" y="4400183"/>
            <a:ext cx="306578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60" dirty="0">
                <a:solidFill>
                  <a:srgbClr val="312A1F"/>
                </a:solidFill>
                <a:latin typeface="Arial"/>
                <a:cs typeface="Arial"/>
              </a:rPr>
              <a:t>Based</a:t>
            </a:r>
            <a:r>
              <a:rPr sz="1500" spc="-45" dirty="0">
                <a:solidFill>
                  <a:srgbClr val="312A1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23B2D"/>
                </a:solidFill>
                <a:latin typeface="Arial"/>
                <a:cs typeface="Arial"/>
              </a:rPr>
              <a:t>on</a:t>
            </a:r>
            <a:r>
              <a:rPr sz="1500" spc="-12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423B2D"/>
                </a:solidFill>
                <a:latin typeface="Arial"/>
                <a:cs typeface="Arial"/>
              </a:rPr>
              <a:t>a</a:t>
            </a:r>
            <a:r>
              <a:rPr sz="1500" spc="-16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423B2D"/>
                </a:solidFill>
                <a:latin typeface="Arial"/>
                <a:cs typeface="Arial"/>
              </a:rPr>
              <a:t>3-</a:t>
            </a:r>
            <a:r>
              <a:rPr sz="1500" spc="-20" dirty="0">
                <a:solidFill>
                  <a:srgbClr val="423B2D"/>
                </a:solidFill>
                <a:latin typeface="Arial"/>
                <a:cs typeface="Arial"/>
              </a:rPr>
              <a:t>month</a:t>
            </a:r>
            <a:r>
              <a:rPr sz="1500" spc="-85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423B2D"/>
                </a:solidFill>
                <a:latin typeface="Arial"/>
                <a:cs typeface="Arial"/>
              </a:rPr>
              <a:t>project</a:t>
            </a:r>
            <a:r>
              <a:rPr sz="1500" spc="50" dirty="0">
                <a:solidFill>
                  <a:srgbClr val="423B2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312A1F"/>
                </a:solidFill>
                <a:latin typeface="Arial"/>
                <a:cs typeface="Arial"/>
              </a:rPr>
              <a:t>duration</a:t>
            </a:r>
            <a:r>
              <a:rPr sz="1500" spc="-10" dirty="0">
                <a:solidFill>
                  <a:srgbClr val="625449"/>
                </a:solidFill>
                <a:latin typeface="Arial"/>
                <a:cs typeface="Arial"/>
              </a:rPr>
              <a:t>.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3942" y="2342061"/>
            <a:ext cx="913049" cy="91008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8625" y="2342061"/>
            <a:ext cx="913049" cy="910080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0835" rIns="0" bIns="0" rtlCol="0">
            <a:spAutoFit/>
          </a:bodyPr>
          <a:lstStyle/>
          <a:p>
            <a:pPr marL="55244">
              <a:lnSpc>
                <a:spcPct val="100000"/>
              </a:lnSpc>
              <a:spcBef>
                <a:spcPts val="110"/>
              </a:spcBef>
            </a:pPr>
            <a:r>
              <a:rPr sz="3600" spc="-170" dirty="0">
                <a:solidFill>
                  <a:srgbClr val="2A2115"/>
                </a:solidFill>
              </a:rPr>
              <a:t>Risk</a:t>
            </a:r>
            <a:r>
              <a:rPr sz="3600" spc="-40" dirty="0">
                <a:solidFill>
                  <a:srgbClr val="2A2115"/>
                </a:solidFill>
              </a:rPr>
              <a:t> </a:t>
            </a:r>
            <a:r>
              <a:rPr sz="3600" spc="-105" dirty="0">
                <a:solidFill>
                  <a:srgbClr val="2A2115"/>
                </a:solidFill>
              </a:rPr>
              <a:t>Mitigation</a:t>
            </a:r>
            <a:r>
              <a:rPr sz="3600" spc="-65" dirty="0">
                <a:solidFill>
                  <a:srgbClr val="2A2115"/>
                </a:solidFill>
              </a:rPr>
              <a:t> </a:t>
            </a:r>
            <a:r>
              <a:rPr sz="3600" spc="-20" dirty="0">
                <a:solidFill>
                  <a:srgbClr val="2A2115"/>
                </a:solidFill>
              </a:rPr>
              <a:t>Strategy</a:t>
            </a:r>
            <a:endParaRPr sz="3600"/>
          </a:p>
        </p:txBody>
      </p:sp>
      <p:sp>
        <p:nvSpPr>
          <p:cNvPr id="5" name="object 5"/>
          <p:cNvSpPr txBox="1"/>
          <p:nvPr/>
        </p:nvSpPr>
        <p:spPr>
          <a:xfrm>
            <a:off x="1291344" y="1742300"/>
            <a:ext cx="2256155" cy="295910"/>
          </a:xfrm>
          <a:prstGeom prst="rect">
            <a:avLst/>
          </a:prstGeom>
          <a:solidFill>
            <a:srgbClr val="21160C"/>
          </a:solidFill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r>
              <a:rPr sz="1700" dirty="0">
                <a:solidFill>
                  <a:srgbClr val="DACFC3"/>
                </a:solidFill>
                <a:latin typeface="Arial"/>
                <a:cs typeface="Arial"/>
              </a:rPr>
              <a:t>Financial</a:t>
            </a:r>
            <a:r>
              <a:rPr sz="1700" spc="409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DACFC3"/>
                </a:solidFill>
                <a:latin typeface="Arial"/>
                <a:cs typeface="Arial"/>
              </a:rPr>
              <a:t>Contingency</a:t>
            </a:r>
            <a:endParaRPr sz="17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78367" y="2393955"/>
            <a:ext cx="2468880" cy="80772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7145" marR="5080" indent="-5080">
              <a:lnSpc>
                <a:spcPct val="100699"/>
              </a:lnSpc>
              <a:spcBef>
                <a:spcPts val="90"/>
              </a:spcBef>
            </a:pP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Inclu</a:t>
            </a:r>
            <a:r>
              <a:rPr sz="1700" dirty="0">
                <a:solidFill>
                  <a:srgbClr val="42382D"/>
                </a:solidFill>
                <a:latin typeface="Arial"/>
                <a:cs typeface="Arial"/>
              </a:rPr>
              <a:t>s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ion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of</a:t>
            </a:r>
            <a:r>
              <a:rPr sz="1700" spc="34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5" dirty="0">
                <a:solidFill>
                  <a:srgbClr val="2A2115"/>
                </a:solidFill>
                <a:latin typeface="Arial"/>
                <a:cs typeface="Arial"/>
              </a:rPr>
              <a:t>20</a:t>
            </a:r>
            <a:r>
              <a:rPr sz="1700" spc="-25" dirty="0">
                <a:solidFill>
                  <a:srgbClr val="54493D"/>
                </a:solidFill>
                <a:latin typeface="Arial"/>
                <a:cs typeface="Arial"/>
              </a:rPr>
              <a:t>%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contingency</a:t>
            </a:r>
            <a:r>
              <a:rPr sz="1700" spc="10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55" dirty="0">
                <a:solidFill>
                  <a:srgbClr val="2A2115"/>
                </a:solidFill>
                <a:latin typeface="Arial"/>
                <a:cs typeface="Arial"/>
              </a:rPr>
              <a:t>in</a:t>
            </a:r>
            <a:r>
              <a:rPr sz="1700" spc="-5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labor</a:t>
            </a:r>
            <a:r>
              <a:rPr sz="1700" spc="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2A2115"/>
                </a:solidFill>
                <a:latin typeface="Arial"/>
                <a:cs typeface="Arial"/>
              </a:rPr>
              <a:t>cost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(24,000</a:t>
            </a:r>
            <a:r>
              <a:rPr sz="1700" spc="-11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2A2115"/>
                </a:solidFill>
                <a:latin typeface="Arial"/>
                <a:cs typeface="Arial"/>
              </a:rPr>
              <a:t>INR</a:t>
            </a:r>
            <a:r>
              <a:rPr sz="1700" spc="-20" dirty="0">
                <a:solidFill>
                  <a:srgbClr val="42382D"/>
                </a:solidFill>
                <a:latin typeface="Arial"/>
                <a:cs typeface="Arial"/>
              </a:rPr>
              <a:t>).</a:t>
            </a:r>
            <a:endParaRPr sz="17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844249" y="1742300"/>
            <a:ext cx="2079625" cy="295910"/>
          </a:xfrm>
          <a:prstGeom prst="rect">
            <a:avLst/>
          </a:prstGeom>
          <a:solidFill>
            <a:srgbClr val="21160C"/>
          </a:solidFill>
        </p:spPr>
        <p:txBody>
          <a:bodyPr vert="horz" wrap="square" lIns="0" tIns="889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70"/>
              </a:spcBef>
            </a:pPr>
            <a:r>
              <a:rPr sz="1700" spc="50" dirty="0">
                <a:solidFill>
                  <a:srgbClr val="DACFC3"/>
                </a:solidFill>
                <a:latin typeface="Arial"/>
                <a:cs typeface="Arial"/>
              </a:rPr>
              <a:t>Process</a:t>
            </a:r>
            <a:r>
              <a:rPr sz="1700" spc="30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DACFC3"/>
                </a:solidFill>
                <a:latin typeface="Arial"/>
                <a:cs typeface="Arial"/>
              </a:rPr>
              <a:t>&amp;</a:t>
            </a:r>
            <a:r>
              <a:rPr sz="1700" spc="-40" dirty="0">
                <a:solidFill>
                  <a:srgbClr val="DACFC3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DACFC3"/>
                </a:solidFill>
                <a:latin typeface="Arial"/>
                <a:cs typeface="Arial"/>
              </a:rPr>
              <a:t>Feedback</a:t>
            </a:r>
            <a:endParaRPr sz="17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076478" y="2521098"/>
            <a:ext cx="2347595" cy="5467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6510" marR="5080" indent="-4445">
              <a:lnSpc>
                <a:spcPct val="100699"/>
              </a:lnSpc>
              <a:spcBef>
                <a:spcPts val="90"/>
              </a:spcBef>
            </a:pP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Iterative</a:t>
            </a:r>
            <a:r>
              <a:rPr sz="1700" spc="4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feedback</a:t>
            </a:r>
            <a:r>
              <a:rPr sz="1700" spc="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loops </a:t>
            </a:r>
            <a:r>
              <a:rPr sz="1700" dirty="0">
                <a:solidFill>
                  <a:srgbClr val="2A2115"/>
                </a:solidFill>
                <a:latin typeface="Arial"/>
                <a:cs typeface="Arial"/>
              </a:rPr>
              <a:t>via</a:t>
            </a:r>
            <a:r>
              <a:rPr sz="1700" spc="-60" dirty="0">
                <a:solidFill>
                  <a:srgbClr val="2A2115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2A2115"/>
                </a:solidFill>
                <a:latin typeface="Arial"/>
                <a:cs typeface="Arial"/>
              </a:rPr>
              <a:t>Agile</a:t>
            </a:r>
            <a:r>
              <a:rPr sz="1700" spc="-10" dirty="0">
                <a:solidFill>
                  <a:srgbClr val="54493D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43967" y="4420259"/>
            <a:ext cx="3058160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60" dirty="0">
                <a:solidFill>
                  <a:srgbClr val="54493D"/>
                </a:solidFill>
                <a:latin typeface="Arial"/>
                <a:cs typeface="Arial"/>
              </a:rPr>
              <a:t>Based</a:t>
            </a:r>
            <a:r>
              <a:rPr sz="1500" spc="-35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54493D"/>
                </a:solidFill>
                <a:latin typeface="Arial"/>
                <a:cs typeface="Arial"/>
              </a:rPr>
              <a:t>on</a:t>
            </a:r>
            <a:r>
              <a:rPr sz="1500" spc="-114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65" dirty="0">
                <a:solidFill>
                  <a:srgbClr val="54493D"/>
                </a:solidFill>
                <a:latin typeface="Arial"/>
                <a:cs typeface="Arial"/>
              </a:rPr>
              <a:t>a</a:t>
            </a:r>
            <a:r>
              <a:rPr sz="1500" spc="-160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25" dirty="0">
                <a:solidFill>
                  <a:srgbClr val="54493D"/>
                </a:solidFill>
                <a:latin typeface="Arial"/>
                <a:cs typeface="Arial"/>
              </a:rPr>
              <a:t>3-</a:t>
            </a:r>
            <a:r>
              <a:rPr sz="1500" spc="-20" dirty="0">
                <a:solidFill>
                  <a:srgbClr val="54493D"/>
                </a:solidFill>
                <a:latin typeface="Arial"/>
                <a:cs typeface="Arial"/>
              </a:rPr>
              <a:t>month</a:t>
            </a:r>
            <a:r>
              <a:rPr sz="1500" spc="-50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54493D"/>
                </a:solidFill>
                <a:latin typeface="Arial"/>
                <a:cs typeface="Arial"/>
              </a:rPr>
              <a:t>project</a:t>
            </a:r>
            <a:r>
              <a:rPr sz="1500" spc="-25" dirty="0">
                <a:solidFill>
                  <a:srgbClr val="54493D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54493D"/>
                </a:solidFill>
                <a:latin typeface="Arial"/>
                <a:cs typeface="Arial"/>
              </a:rPr>
              <a:t>duration.</a:t>
            </a:r>
            <a:endParaRPr sz="15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566785" cy="5072380"/>
            <a:chOff x="0" y="0"/>
            <a:chExt cx="8566785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26270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27781" y="0"/>
              <a:ext cx="3638770" cy="53528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81489" y="896639"/>
              <a:ext cx="1195020" cy="1043915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115761" y="3024620"/>
              <a:ext cx="1047321" cy="1137600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20260" y="615585"/>
            <a:ext cx="523739" cy="165955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47114" y="2756950"/>
            <a:ext cx="496884" cy="1713092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08893"/>
            <a:ext cx="0" cy="1606550"/>
          </a:xfrm>
          <a:custGeom>
            <a:avLst/>
            <a:gdLst/>
            <a:ahLst/>
            <a:cxnLst/>
            <a:rect l="l" t="t" r="r" b="b"/>
            <a:pathLst>
              <a:path h="1606550">
                <a:moveTo>
                  <a:pt x="0" y="160602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988204" y="3151763"/>
            <a:ext cx="0" cy="869950"/>
          </a:xfrm>
          <a:custGeom>
            <a:avLst/>
            <a:gdLst/>
            <a:ahLst/>
            <a:cxnLst/>
            <a:rect l="l" t="t" r="r" b="b"/>
            <a:pathLst>
              <a:path h="869950">
                <a:moveTo>
                  <a:pt x="0" y="86992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74071" y="2375518"/>
            <a:ext cx="3639185" cy="0"/>
          </a:xfrm>
          <a:custGeom>
            <a:avLst/>
            <a:gdLst/>
            <a:ahLst/>
            <a:cxnLst/>
            <a:rect l="l" t="t" r="r" b="b"/>
            <a:pathLst>
              <a:path w="3639184">
                <a:moveTo>
                  <a:pt x="0" y="0"/>
                </a:moveTo>
                <a:lnTo>
                  <a:pt x="363877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887498" y="2656573"/>
            <a:ext cx="3692525" cy="0"/>
          </a:xfrm>
          <a:custGeom>
            <a:avLst/>
            <a:gdLst/>
            <a:ahLst/>
            <a:cxnLst/>
            <a:rect l="l" t="t" r="r" b="b"/>
            <a:pathLst>
              <a:path w="3692525">
                <a:moveTo>
                  <a:pt x="0" y="0"/>
                </a:moveTo>
                <a:lnTo>
                  <a:pt x="369247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743563" y="490983"/>
            <a:ext cx="3457575" cy="130048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23495">
              <a:lnSpc>
                <a:spcPts val="5010"/>
              </a:lnSpc>
              <a:spcBef>
                <a:spcPts val="110"/>
              </a:spcBef>
            </a:pPr>
            <a:r>
              <a:rPr sz="4400" spc="-225" dirty="0">
                <a:solidFill>
                  <a:srgbClr val="261F16"/>
                </a:solidFill>
              </a:rPr>
              <a:t>Agile</a:t>
            </a:r>
            <a:r>
              <a:rPr sz="4400" spc="-175" dirty="0">
                <a:solidFill>
                  <a:srgbClr val="261F16"/>
                </a:solidFill>
              </a:rPr>
              <a:t> </a:t>
            </a:r>
            <a:r>
              <a:rPr sz="4400" spc="-155" dirty="0">
                <a:solidFill>
                  <a:srgbClr val="261F16"/>
                </a:solidFill>
              </a:rPr>
              <a:t>Step</a:t>
            </a:r>
            <a:r>
              <a:rPr sz="4400" spc="-440" dirty="0">
                <a:solidFill>
                  <a:srgbClr val="261F16"/>
                </a:solidFill>
              </a:rPr>
              <a:t> </a:t>
            </a:r>
            <a:r>
              <a:rPr sz="4100" spc="-385" dirty="0">
                <a:solidFill>
                  <a:srgbClr val="261F16"/>
                </a:solidFill>
              </a:rPr>
              <a:t>1:</a:t>
            </a:r>
            <a:endParaRPr sz="4100"/>
          </a:p>
          <a:p>
            <a:pPr marL="12700">
              <a:lnSpc>
                <a:spcPts val="5010"/>
              </a:lnSpc>
            </a:pPr>
            <a:r>
              <a:rPr sz="4400" spc="-225" dirty="0">
                <a:solidFill>
                  <a:srgbClr val="261F16"/>
                </a:solidFill>
              </a:rPr>
              <a:t>Sprint</a:t>
            </a:r>
            <a:r>
              <a:rPr sz="4400" spc="-50" dirty="0">
                <a:solidFill>
                  <a:srgbClr val="261F16"/>
                </a:solidFill>
              </a:rPr>
              <a:t> </a:t>
            </a:r>
            <a:r>
              <a:rPr sz="4400" spc="-195" dirty="0">
                <a:solidFill>
                  <a:srgbClr val="261F16"/>
                </a:solidFill>
              </a:rPr>
              <a:t>Planning</a:t>
            </a:r>
            <a:endParaRPr sz="4400"/>
          </a:p>
        </p:txBody>
      </p:sp>
      <p:sp>
        <p:nvSpPr>
          <p:cNvPr id="14" name="object 14"/>
          <p:cNvSpPr txBox="1"/>
          <p:nvPr/>
        </p:nvSpPr>
        <p:spPr>
          <a:xfrm>
            <a:off x="754970" y="1991147"/>
            <a:ext cx="281622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Identifying</a:t>
            </a:r>
            <a:r>
              <a:rPr sz="1500" spc="3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features</a:t>
            </a:r>
            <a:r>
              <a:rPr sz="1500" spc="120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261F16"/>
                </a:solidFill>
                <a:latin typeface="Arial"/>
                <a:cs typeface="Arial"/>
              </a:rPr>
              <a:t>an?</a:t>
            </a:r>
            <a:r>
              <a:rPr sz="1500" spc="15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130F0A"/>
                </a:solidFill>
                <a:latin typeface="Arial"/>
                <a:cs typeface="Arial"/>
              </a:rPr>
              <a:t>defining </a:t>
            </a:r>
            <a:r>
              <a:rPr sz="1500" spc="-20" dirty="0">
                <a:solidFill>
                  <a:srgbClr val="261F16"/>
                </a:solidFill>
                <a:latin typeface="Arial"/>
                <a:cs typeface="Arial"/>
              </a:rPr>
              <a:t>scope</a:t>
            </a:r>
            <a:r>
              <a:rPr sz="1500" spc="1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spc="50" dirty="0">
                <a:solidFill>
                  <a:srgbClr val="130F0A"/>
                </a:solidFill>
                <a:latin typeface="Arial"/>
                <a:cs typeface="Arial"/>
              </a:rPr>
              <a:t>for</a:t>
            </a:r>
            <a:r>
              <a:rPr sz="1500" spc="30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spc="-60" dirty="0">
                <a:solidFill>
                  <a:srgbClr val="261F16"/>
                </a:solidFill>
                <a:latin typeface="Arial"/>
                <a:cs typeface="Arial"/>
              </a:rPr>
              <a:t>a</a:t>
            </a:r>
            <a:r>
              <a:rPr sz="1500" spc="-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30F0A"/>
                </a:solidFill>
                <a:latin typeface="Arial"/>
                <a:cs typeface="Arial"/>
              </a:rPr>
              <a:t>fixed</a:t>
            </a:r>
            <a:r>
              <a:rPr sz="1500" spc="-2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500" spc="-10" dirty="0">
                <a:solidFill>
                  <a:srgbClr val="130F0A"/>
                </a:solidFill>
                <a:latin typeface="Arial"/>
                <a:cs typeface="Arial"/>
              </a:rPr>
              <a:t>duration.</a:t>
            </a:r>
            <a:endParaRPr sz="15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73535" y="836725"/>
            <a:ext cx="2190750" cy="110744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3970" marR="183515" indent="-1905">
              <a:lnSpc>
                <a:spcPts val="2110"/>
              </a:lnSpc>
              <a:spcBef>
                <a:spcPts val="415"/>
              </a:spcBef>
            </a:pPr>
            <a:r>
              <a:rPr sz="2000" b="1" spc="-130" dirty="0">
                <a:solidFill>
                  <a:srgbClr val="261F16"/>
                </a:solidFill>
                <a:latin typeface="Times New Roman"/>
                <a:cs typeface="Times New Roman"/>
              </a:rPr>
              <a:t>Estimating</a:t>
            </a:r>
            <a:r>
              <a:rPr sz="2000" b="1" spc="-9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75" dirty="0">
                <a:solidFill>
                  <a:srgbClr val="261F16"/>
                </a:solidFill>
                <a:latin typeface="Times New Roman"/>
                <a:cs typeface="Times New Roman"/>
              </a:rPr>
              <a:t>effort</a:t>
            </a:r>
            <a:r>
              <a:rPr sz="2000" b="1" spc="-4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50" dirty="0">
                <a:solidFill>
                  <a:srgbClr val="261F16"/>
                </a:solidFill>
                <a:latin typeface="Times New Roman"/>
                <a:cs typeface="Times New Roman"/>
              </a:rPr>
              <a:t>for </a:t>
            </a:r>
            <a:r>
              <a:rPr sz="2000" b="1" spc="-70" dirty="0">
                <a:solidFill>
                  <a:srgbClr val="261F16"/>
                </a:solidFill>
                <a:latin typeface="Times New Roman"/>
                <a:cs typeface="Times New Roman"/>
              </a:rPr>
              <a:t>specific </a:t>
            </a:r>
            <a:r>
              <a:rPr sz="2000" b="1" spc="-105" dirty="0">
                <a:solidFill>
                  <a:srgbClr val="261F16"/>
                </a:solidFill>
                <a:latin typeface="Times New Roman"/>
                <a:cs typeface="Times New Roman"/>
              </a:rPr>
              <a:t>feature</a:t>
            </a:r>
            <a:r>
              <a:rPr sz="2000" b="1" spc="-8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20" dirty="0">
                <a:solidFill>
                  <a:srgbClr val="261F16"/>
                </a:solidFill>
                <a:latin typeface="Times New Roman"/>
                <a:cs typeface="Times New Roman"/>
              </a:rPr>
              <a:t>sets.</a:t>
            </a:r>
            <a:endParaRPr sz="2000">
              <a:latin typeface="Times New Roman"/>
              <a:cs typeface="Times New Roman"/>
            </a:endParaRPr>
          </a:p>
          <a:p>
            <a:pPr marL="12700" marR="5080" indent="4445">
              <a:lnSpc>
                <a:spcPts val="1420"/>
              </a:lnSpc>
              <a:spcBef>
                <a:spcPts val="1180"/>
              </a:spcBef>
            </a:pP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Quantifying</a:t>
            </a:r>
            <a:r>
              <a:rPr sz="1200" spc="17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work</a:t>
            </a:r>
            <a:r>
              <a:rPr sz="1200" spc="14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required</a:t>
            </a:r>
            <a:r>
              <a:rPr sz="1200" spc="229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261F16"/>
                </a:solidFill>
                <a:latin typeface="Arial"/>
                <a:cs typeface="Arial"/>
              </a:rPr>
              <a:t>for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selected</a:t>
            </a:r>
            <a:r>
              <a:rPr sz="1200" spc="7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30F0A"/>
                </a:solidFill>
                <a:latin typeface="Arial"/>
                <a:cs typeface="Arial"/>
              </a:rPr>
              <a:t>user</a:t>
            </a:r>
            <a:r>
              <a:rPr sz="1200" spc="75" dirty="0">
                <a:solidFill>
                  <a:srgbClr val="130F0A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stories</a:t>
            </a:r>
            <a:r>
              <a:rPr sz="1200" spc="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and</a:t>
            </a:r>
            <a:r>
              <a:rPr sz="1200" spc="-5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61F16"/>
                </a:solidFill>
                <a:latin typeface="Arial"/>
                <a:cs typeface="Arial"/>
              </a:rPr>
              <a:t>tasks.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383925" y="3004857"/>
            <a:ext cx="2072005" cy="126111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12700" marR="120650" indent="11430">
              <a:lnSpc>
                <a:spcPts val="2110"/>
              </a:lnSpc>
              <a:spcBef>
                <a:spcPts val="415"/>
              </a:spcBef>
            </a:pPr>
            <a:r>
              <a:rPr sz="2000" b="1" spc="-145" dirty="0">
                <a:solidFill>
                  <a:srgbClr val="261F16"/>
                </a:solidFill>
                <a:latin typeface="Times New Roman"/>
                <a:cs typeface="Times New Roman"/>
              </a:rPr>
              <a:t>Defining</a:t>
            </a:r>
            <a:r>
              <a:rPr sz="2000" b="1" spc="-3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60" dirty="0">
                <a:solidFill>
                  <a:srgbClr val="261F16"/>
                </a:solidFill>
                <a:latin typeface="Times New Roman"/>
                <a:cs typeface="Times New Roman"/>
              </a:rPr>
              <a:t>scope</a:t>
            </a:r>
            <a:r>
              <a:rPr sz="2000" b="1" spc="-11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95" dirty="0">
                <a:solidFill>
                  <a:srgbClr val="261F16"/>
                </a:solidFill>
                <a:latin typeface="Times New Roman"/>
                <a:cs typeface="Times New Roman"/>
              </a:rPr>
              <a:t>for</a:t>
            </a:r>
            <a:r>
              <a:rPr sz="2000" b="1" spc="-170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50" dirty="0">
                <a:solidFill>
                  <a:srgbClr val="261F16"/>
                </a:solidFill>
                <a:latin typeface="Times New Roman"/>
                <a:cs typeface="Times New Roman"/>
              </a:rPr>
              <a:t>a </a:t>
            </a:r>
            <a:r>
              <a:rPr sz="2000" b="1" spc="-85" dirty="0">
                <a:solidFill>
                  <a:srgbClr val="261F16"/>
                </a:solidFill>
                <a:latin typeface="Times New Roman"/>
                <a:cs typeface="Times New Roman"/>
              </a:rPr>
              <a:t>fixed</a:t>
            </a:r>
            <a:r>
              <a:rPr sz="2000" b="1" spc="-125" dirty="0">
                <a:solidFill>
                  <a:srgbClr val="261F16"/>
                </a:solidFill>
                <a:latin typeface="Times New Roman"/>
                <a:cs typeface="Times New Roman"/>
              </a:rPr>
              <a:t> </a:t>
            </a:r>
            <a:r>
              <a:rPr sz="2000" b="1" spc="-10" dirty="0">
                <a:solidFill>
                  <a:srgbClr val="261F16"/>
                </a:solidFill>
                <a:latin typeface="Times New Roman"/>
                <a:cs typeface="Times New Roman"/>
              </a:rPr>
              <a:t>duration.</a:t>
            </a:r>
            <a:endParaRPr sz="2000">
              <a:latin typeface="Times New Roman"/>
              <a:cs typeface="Times New Roman"/>
            </a:endParaRPr>
          </a:p>
          <a:p>
            <a:pPr marL="22225" marR="5080" indent="-3175">
              <a:lnSpc>
                <a:spcPct val="102499"/>
              </a:lnSpc>
              <a:spcBef>
                <a:spcPts val="765"/>
              </a:spcBef>
            </a:pP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Commitment</a:t>
            </a:r>
            <a:r>
              <a:rPr sz="1200" spc="15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to</a:t>
            </a:r>
            <a:r>
              <a:rPr sz="1200" spc="18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a</a:t>
            </a:r>
            <a:r>
              <a:rPr sz="1200" spc="4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specific</a:t>
            </a:r>
            <a:r>
              <a:rPr sz="1200" spc="10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25" dirty="0">
                <a:solidFill>
                  <a:srgbClr val="261F16"/>
                </a:solidFill>
                <a:latin typeface="Arial"/>
                <a:cs typeface="Arial"/>
              </a:rPr>
              <a:t>set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of</a:t>
            </a:r>
            <a:r>
              <a:rPr sz="1200" spc="114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deliverables</a:t>
            </a:r>
            <a:r>
              <a:rPr sz="1200" spc="12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261F16"/>
                </a:solidFill>
                <a:latin typeface="Arial"/>
                <a:cs typeface="Arial"/>
              </a:rPr>
              <a:t>within</a:t>
            </a:r>
            <a:r>
              <a:rPr sz="1200" spc="-35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35" dirty="0">
                <a:solidFill>
                  <a:srgbClr val="261F16"/>
                </a:solidFill>
                <a:latin typeface="Arial"/>
                <a:cs typeface="Arial"/>
              </a:rPr>
              <a:t>the </a:t>
            </a:r>
            <a:r>
              <a:rPr sz="1200" dirty="0">
                <a:solidFill>
                  <a:srgbClr val="261F16"/>
                </a:solidFill>
                <a:latin typeface="Arial"/>
                <a:cs typeface="Arial"/>
              </a:rPr>
              <a:t>sprint</a:t>
            </a:r>
            <a:r>
              <a:rPr sz="1200" spc="140" dirty="0">
                <a:solidFill>
                  <a:srgbClr val="261F16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61F16"/>
                </a:solidFill>
                <a:latin typeface="Arial"/>
                <a:cs typeface="Arial"/>
              </a:rPr>
              <a:t>timebox.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593455" cy="5072380"/>
            <a:chOff x="0" y="0"/>
            <a:chExt cx="8593455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66552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87499" y="0"/>
              <a:ext cx="3705906" cy="535283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81489" y="910023"/>
              <a:ext cx="1208447" cy="103053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981489" y="3024620"/>
              <a:ext cx="1195020" cy="1204517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47114" y="615585"/>
            <a:ext cx="496884" cy="1672941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60542" y="2770333"/>
            <a:ext cx="483457" cy="1726475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08893"/>
            <a:ext cx="0" cy="1606550"/>
          </a:xfrm>
          <a:custGeom>
            <a:avLst/>
            <a:gdLst/>
            <a:ahLst/>
            <a:cxnLst/>
            <a:rect l="l" t="t" r="r" b="b"/>
            <a:pathLst>
              <a:path h="1606550">
                <a:moveTo>
                  <a:pt x="0" y="160602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994916" y="1793335"/>
            <a:ext cx="685165" cy="0"/>
          </a:xfrm>
          <a:custGeom>
            <a:avLst/>
            <a:gdLst/>
            <a:ahLst/>
            <a:cxnLst/>
            <a:rect l="l" t="t" r="r" b="b"/>
            <a:pathLst>
              <a:path w="685164">
                <a:moveTo>
                  <a:pt x="0" y="0"/>
                </a:moveTo>
                <a:lnTo>
                  <a:pt x="6847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47218" y="2375518"/>
            <a:ext cx="3719829" cy="0"/>
          </a:xfrm>
          <a:custGeom>
            <a:avLst/>
            <a:gdLst/>
            <a:ahLst/>
            <a:cxnLst/>
            <a:rect l="l" t="t" r="r" b="b"/>
            <a:pathLst>
              <a:path w="3719829">
                <a:moveTo>
                  <a:pt x="0" y="0"/>
                </a:moveTo>
                <a:lnTo>
                  <a:pt x="371933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894213" y="2656573"/>
            <a:ext cx="3712845" cy="0"/>
          </a:xfrm>
          <a:custGeom>
            <a:avLst/>
            <a:gdLst/>
            <a:ahLst/>
            <a:cxnLst/>
            <a:rect l="l" t="t" r="r" b="b"/>
            <a:pathLst>
              <a:path w="3712845">
                <a:moveTo>
                  <a:pt x="0" y="0"/>
                </a:moveTo>
                <a:lnTo>
                  <a:pt x="371261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709330" y="471559"/>
            <a:ext cx="3667125" cy="1931035"/>
          </a:xfrm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12700" marR="5080" indent="11430">
              <a:lnSpc>
                <a:spcPts val="4790"/>
              </a:lnSpc>
              <a:spcBef>
                <a:spcPts val="780"/>
              </a:spcBef>
            </a:pPr>
            <a:r>
              <a:rPr sz="4500" spc="-250" dirty="0">
                <a:solidFill>
                  <a:srgbClr val="2A2318"/>
                </a:solidFill>
              </a:rPr>
              <a:t>Agile</a:t>
            </a:r>
            <a:r>
              <a:rPr sz="4500" spc="-270" dirty="0">
                <a:solidFill>
                  <a:srgbClr val="2A2318"/>
                </a:solidFill>
              </a:rPr>
              <a:t> </a:t>
            </a:r>
            <a:r>
              <a:rPr sz="4500" spc="-180" dirty="0">
                <a:solidFill>
                  <a:srgbClr val="2A2318"/>
                </a:solidFill>
              </a:rPr>
              <a:t>Step</a:t>
            </a:r>
            <a:r>
              <a:rPr sz="4500" spc="-120" dirty="0">
                <a:solidFill>
                  <a:srgbClr val="2A2318"/>
                </a:solidFill>
              </a:rPr>
              <a:t> </a:t>
            </a:r>
            <a:r>
              <a:rPr sz="3950" spc="-110" dirty="0">
                <a:solidFill>
                  <a:srgbClr val="2A2318"/>
                </a:solidFill>
                <a:latin typeface="Arial"/>
                <a:cs typeface="Arial"/>
              </a:rPr>
              <a:t>2</a:t>
            </a:r>
            <a:r>
              <a:rPr sz="3950" spc="-39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4250" b="0" spc="-330" dirty="0">
                <a:solidFill>
                  <a:srgbClr val="2A2318"/>
                </a:solidFill>
                <a:latin typeface="Times New Roman"/>
                <a:cs typeface="Times New Roman"/>
              </a:rPr>
              <a:t>&amp;</a:t>
            </a:r>
            <a:r>
              <a:rPr sz="4250" b="0" spc="-40" dirty="0">
                <a:solidFill>
                  <a:srgbClr val="2A2318"/>
                </a:solidFill>
                <a:latin typeface="Times New Roman"/>
                <a:cs typeface="Times New Roman"/>
              </a:rPr>
              <a:t> </a:t>
            </a:r>
            <a:r>
              <a:rPr sz="4500" spc="-290" dirty="0">
                <a:solidFill>
                  <a:srgbClr val="2A2318"/>
                </a:solidFill>
              </a:rPr>
              <a:t>3: </a:t>
            </a:r>
            <a:r>
              <a:rPr sz="4500" spc="-240" dirty="0">
                <a:solidFill>
                  <a:srgbClr val="2A2318"/>
                </a:solidFill>
              </a:rPr>
              <a:t>Execution</a:t>
            </a:r>
            <a:r>
              <a:rPr sz="4500" spc="-25" dirty="0">
                <a:solidFill>
                  <a:srgbClr val="2A2318"/>
                </a:solidFill>
              </a:rPr>
              <a:t> </a:t>
            </a:r>
            <a:r>
              <a:rPr sz="4250" b="0" spc="-450" dirty="0">
                <a:solidFill>
                  <a:srgbClr val="2A2318"/>
                </a:solidFill>
                <a:latin typeface="Times New Roman"/>
                <a:cs typeface="Times New Roman"/>
              </a:rPr>
              <a:t>&amp; </a:t>
            </a:r>
            <a:r>
              <a:rPr sz="4500" spc="-245" dirty="0">
                <a:solidFill>
                  <a:srgbClr val="2A2318"/>
                </a:solidFill>
              </a:rPr>
              <a:t>Stand-</a:t>
            </a:r>
            <a:r>
              <a:rPr sz="4500" spc="-280" dirty="0">
                <a:solidFill>
                  <a:srgbClr val="2A2318"/>
                </a:solidFill>
              </a:rPr>
              <a:t>ups</a:t>
            </a:r>
            <a:endParaRPr sz="45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65009" y="1442422"/>
            <a:ext cx="21399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2250" spc="-742" baseline="12962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50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325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2250" spc="-337" baseline="12962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r>
              <a:rPr sz="1200" spc="-50" dirty="0">
                <a:solidFill>
                  <a:srgbClr val="5B5444"/>
                </a:solidFill>
                <a:latin typeface="Arial"/>
                <a:cs typeface="Arial"/>
              </a:rPr>
              <a:t>-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392221" y="947047"/>
            <a:ext cx="1948814" cy="9404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b="1" spc="-90" dirty="0">
                <a:solidFill>
                  <a:srgbClr val="2A2318"/>
                </a:solidFill>
                <a:latin typeface="Times New Roman"/>
                <a:cs typeface="Times New Roman"/>
              </a:rPr>
              <a:t>Execution</a:t>
            </a:r>
            <a:endParaRPr sz="2500">
              <a:latin typeface="Times New Roman"/>
              <a:cs typeface="Times New Roman"/>
            </a:endParaRPr>
          </a:p>
          <a:p>
            <a:pPr marL="13335" marR="5080" indent="-1270">
              <a:lnSpc>
                <a:spcPts val="1480"/>
              </a:lnSpc>
              <a:spcBef>
                <a:spcPts val="1265"/>
              </a:spcBef>
            </a:pP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Development</a:t>
            </a:r>
            <a:r>
              <a:rPr sz="1350" spc="1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using</a:t>
            </a:r>
            <a:r>
              <a:rPr sz="1350" spc="-14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A2318"/>
                </a:solidFill>
                <a:latin typeface="Arial"/>
                <a:cs typeface="Arial"/>
              </a:rPr>
              <a:t>Spring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Boot,</a:t>
            </a:r>
            <a:r>
              <a:rPr sz="1350" spc="-6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100" dirty="0">
                <a:solidFill>
                  <a:srgbClr val="2A2318"/>
                </a:solidFill>
                <a:latin typeface="Arial"/>
                <a:cs typeface="Arial"/>
              </a:rPr>
              <a:t>MongoDB,</a:t>
            </a:r>
            <a:r>
              <a:rPr sz="1350" spc="5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0" dirty="0">
                <a:solidFill>
                  <a:srgbClr val="2A2318"/>
                </a:solidFill>
                <a:latin typeface="Arial"/>
                <a:cs typeface="Arial"/>
              </a:rPr>
              <a:t>and</a:t>
            </a:r>
            <a:r>
              <a:rPr sz="1350" spc="-6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75" dirty="0">
                <a:solidFill>
                  <a:srgbClr val="2A2318"/>
                </a:solidFill>
                <a:latin typeface="Arial"/>
                <a:cs typeface="Arial"/>
              </a:rPr>
              <a:t>React.</a:t>
            </a:r>
            <a:endParaRPr sz="13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392221" y="3141946"/>
            <a:ext cx="2177415" cy="95376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4604">
              <a:lnSpc>
                <a:spcPct val="100000"/>
              </a:lnSpc>
              <a:spcBef>
                <a:spcPts val="105"/>
              </a:spcBef>
            </a:pPr>
            <a:r>
              <a:rPr sz="2500" b="1" spc="-235" dirty="0">
                <a:solidFill>
                  <a:srgbClr val="2A2318"/>
                </a:solidFill>
                <a:latin typeface="Times New Roman"/>
                <a:cs typeface="Times New Roman"/>
              </a:rPr>
              <a:t>Daily</a:t>
            </a:r>
            <a:r>
              <a:rPr sz="2500" b="1" spc="-105" dirty="0">
                <a:solidFill>
                  <a:srgbClr val="2A2318"/>
                </a:solidFill>
                <a:latin typeface="Times New Roman"/>
                <a:cs typeface="Times New Roman"/>
              </a:rPr>
              <a:t> </a:t>
            </a:r>
            <a:r>
              <a:rPr sz="2500" b="1" spc="-175" dirty="0">
                <a:solidFill>
                  <a:srgbClr val="2A2318"/>
                </a:solidFill>
                <a:latin typeface="Times New Roman"/>
                <a:cs typeface="Times New Roman"/>
              </a:rPr>
              <a:t>Stand</a:t>
            </a:r>
            <a:r>
              <a:rPr sz="2500" b="1" spc="-175" dirty="0">
                <a:solidFill>
                  <a:srgbClr val="4B4433"/>
                </a:solidFill>
                <a:latin typeface="Times New Roman"/>
                <a:cs typeface="Times New Roman"/>
              </a:rPr>
              <a:t>-</a:t>
            </a:r>
            <a:r>
              <a:rPr sz="2500" b="1" spc="-25" dirty="0">
                <a:solidFill>
                  <a:srgbClr val="2A2318"/>
                </a:solidFill>
                <a:latin typeface="Times New Roman"/>
                <a:cs typeface="Times New Roman"/>
              </a:rPr>
              <a:t>ups</a:t>
            </a:r>
            <a:endParaRPr sz="2500">
              <a:latin typeface="Times New Roman"/>
              <a:cs typeface="Times New Roman"/>
            </a:endParaRPr>
          </a:p>
          <a:p>
            <a:pPr marL="14604" marR="5080" indent="-2540">
              <a:lnSpc>
                <a:spcPts val="1480"/>
              </a:lnSpc>
              <a:spcBef>
                <a:spcPts val="1370"/>
              </a:spcBef>
            </a:pP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Daily</a:t>
            </a:r>
            <a:r>
              <a:rPr sz="1350" spc="-3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5" dirty="0">
                <a:solidFill>
                  <a:srgbClr val="2A2318"/>
                </a:solidFill>
                <a:latin typeface="Arial"/>
                <a:cs typeface="Arial"/>
              </a:rPr>
              <a:t>meetings</a:t>
            </a:r>
            <a:r>
              <a:rPr sz="1350" spc="-3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A130A"/>
                </a:solidFill>
                <a:latin typeface="Arial"/>
                <a:cs typeface="Arial"/>
              </a:rPr>
              <a:t>to</a:t>
            </a:r>
            <a:r>
              <a:rPr sz="1350" spc="-145" dirty="0">
                <a:solidFill>
                  <a:srgbClr val="1A130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1A130A"/>
                </a:solidFill>
                <a:latin typeface="Arial"/>
                <a:cs typeface="Arial"/>
              </a:rPr>
              <a:t>identify 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roadblocks</a:t>
            </a:r>
            <a:r>
              <a:rPr sz="1350" spc="-1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50" dirty="0">
                <a:solidFill>
                  <a:srgbClr val="2A2318"/>
                </a:solidFill>
                <a:latin typeface="Arial"/>
                <a:cs typeface="Arial"/>
              </a:rPr>
              <a:t>and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45" dirty="0">
                <a:solidFill>
                  <a:srgbClr val="2A2318"/>
                </a:solidFill>
                <a:latin typeface="Arial"/>
                <a:cs typeface="Arial"/>
              </a:rPr>
              <a:t>track</a:t>
            </a:r>
            <a:r>
              <a:rPr sz="1350" spc="-25" dirty="0">
                <a:solidFill>
                  <a:srgbClr val="2A2318"/>
                </a:solidFill>
                <a:latin typeface="Arial"/>
                <a:cs typeface="Arial"/>
              </a:rPr>
              <a:t> </a:t>
            </a:r>
            <a:r>
              <a:rPr sz="1350" spc="-60" dirty="0">
                <a:solidFill>
                  <a:srgbClr val="2A2318"/>
                </a:solidFill>
                <a:latin typeface="Arial"/>
                <a:cs typeface="Arial"/>
              </a:rPr>
              <a:t>progress.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8620760" cy="5072380"/>
            <a:chOff x="0" y="0"/>
            <a:chExt cx="8620760" cy="507238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8579979" cy="5072301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887499" y="0"/>
              <a:ext cx="3732761" cy="54866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021771" y="936790"/>
              <a:ext cx="1168166" cy="10572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075481" y="3064771"/>
              <a:ext cx="1060748" cy="1150983"/>
            </a:xfrm>
            <a:prstGeom prst="rect">
              <a:avLst/>
            </a:prstGeom>
          </p:spPr>
        </p:pic>
      </p:grpSp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8673969" y="628968"/>
            <a:ext cx="470030" cy="161940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8673969" y="2783718"/>
            <a:ext cx="470030" cy="1699708"/>
          </a:xfrm>
          <a:prstGeom prst="rect">
            <a:avLst/>
          </a:prstGeom>
        </p:spPr>
      </p:pic>
      <p:sp>
        <p:nvSpPr>
          <p:cNvPr id="9" name="object 9"/>
          <p:cNvSpPr/>
          <p:nvPr/>
        </p:nvSpPr>
        <p:spPr>
          <a:xfrm>
            <a:off x="4753227" y="622276"/>
            <a:ext cx="0" cy="1599565"/>
          </a:xfrm>
          <a:custGeom>
            <a:avLst/>
            <a:gdLst/>
            <a:ahLst/>
            <a:cxnLst/>
            <a:rect l="l" t="t" r="r" b="b"/>
            <a:pathLst>
              <a:path h="1599564">
                <a:moveTo>
                  <a:pt x="0" y="159933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74071" y="2375518"/>
            <a:ext cx="3692525" cy="0"/>
          </a:xfrm>
          <a:custGeom>
            <a:avLst/>
            <a:gdLst/>
            <a:ahLst/>
            <a:cxnLst/>
            <a:rect l="l" t="t" r="r" b="b"/>
            <a:pathLst>
              <a:path w="3692525">
                <a:moveTo>
                  <a:pt x="0" y="0"/>
                </a:moveTo>
                <a:lnTo>
                  <a:pt x="369247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887498" y="2656573"/>
            <a:ext cx="3726179" cy="0"/>
          </a:xfrm>
          <a:custGeom>
            <a:avLst/>
            <a:gdLst/>
            <a:ahLst/>
            <a:cxnLst/>
            <a:rect l="l" t="t" r="r" b="b"/>
            <a:pathLst>
              <a:path w="3726179">
                <a:moveTo>
                  <a:pt x="0" y="0"/>
                </a:moveTo>
                <a:lnTo>
                  <a:pt x="372604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668875" y="522491"/>
            <a:ext cx="3735704" cy="1877060"/>
          </a:xfrm>
          <a:prstGeom prst="rect">
            <a:avLst/>
          </a:prstGeom>
        </p:spPr>
        <p:txBody>
          <a:bodyPr vert="horz" wrap="square" lIns="0" tIns="26669" rIns="0" bIns="0" rtlCol="0">
            <a:spAutoFit/>
          </a:bodyPr>
          <a:lstStyle/>
          <a:p>
            <a:pPr marL="38100" marR="30480" indent="31115">
              <a:lnSpc>
                <a:spcPct val="98000"/>
              </a:lnSpc>
              <a:spcBef>
                <a:spcPts val="209"/>
              </a:spcBef>
            </a:pPr>
            <a:r>
              <a:rPr sz="4100" spc="-250" dirty="0">
                <a:solidFill>
                  <a:srgbClr val="2D281A"/>
                </a:solidFill>
                <a:latin typeface="Arial"/>
                <a:cs typeface="Arial"/>
              </a:rPr>
              <a:t>Agile</a:t>
            </a:r>
            <a:r>
              <a:rPr sz="4100" spc="-22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315" dirty="0">
                <a:solidFill>
                  <a:srgbClr val="2D281A"/>
                </a:solidFill>
                <a:latin typeface="Arial"/>
                <a:cs typeface="Arial"/>
              </a:rPr>
              <a:t>Step</a:t>
            </a:r>
            <a:r>
              <a:rPr sz="4100" spc="-19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120" dirty="0">
                <a:solidFill>
                  <a:srgbClr val="2D281A"/>
                </a:solidFill>
                <a:latin typeface="Arial"/>
                <a:cs typeface="Arial"/>
              </a:rPr>
              <a:t>4</a:t>
            </a:r>
            <a:r>
              <a:rPr sz="4100" spc="-40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dirty="0">
                <a:solidFill>
                  <a:srgbClr val="2D281A"/>
                </a:solidFill>
                <a:latin typeface="Arial"/>
                <a:cs typeface="Arial"/>
              </a:rPr>
              <a:t>&amp;</a:t>
            </a:r>
            <a:r>
              <a:rPr sz="4100" spc="-229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4100" spc="-65" dirty="0">
                <a:solidFill>
                  <a:srgbClr val="2D281A"/>
                </a:solidFill>
                <a:latin typeface="Arial"/>
                <a:cs typeface="Arial"/>
              </a:rPr>
              <a:t>5: </a:t>
            </a:r>
            <a:r>
              <a:rPr sz="4100" spc="-10" dirty="0">
                <a:solidFill>
                  <a:srgbClr val="2D281A"/>
                </a:solidFill>
                <a:latin typeface="Arial"/>
                <a:cs typeface="Arial"/>
              </a:rPr>
              <a:t>Review&amp; </a:t>
            </a:r>
            <a:r>
              <a:rPr sz="4100" spc="-240" dirty="0">
                <a:solidFill>
                  <a:srgbClr val="2D281A"/>
                </a:solidFill>
                <a:latin typeface="Arial"/>
                <a:cs typeface="Arial"/>
              </a:rPr>
              <a:t>Retrospect</a:t>
            </a:r>
            <a:r>
              <a:rPr sz="4100" spc="-755" dirty="0">
                <a:solidFill>
                  <a:srgbClr val="2D281A"/>
                </a:solidFill>
                <a:latin typeface="Arial"/>
                <a:cs typeface="Arial"/>
              </a:rPr>
              <a:t>i</a:t>
            </a:r>
            <a:r>
              <a:rPr sz="4050" b="0" spc="-1147" baseline="38065" dirty="0">
                <a:solidFill>
                  <a:srgbClr val="2D281A"/>
                </a:solidFill>
                <a:latin typeface="Arial"/>
                <a:cs typeface="Arial"/>
              </a:rPr>
              <a:t>•</a:t>
            </a:r>
            <a:r>
              <a:rPr sz="4100" spc="-240" dirty="0">
                <a:solidFill>
                  <a:srgbClr val="2D281A"/>
                </a:solidFill>
                <a:latin typeface="Arial"/>
                <a:cs typeface="Arial"/>
              </a:rPr>
              <a:t>ve</a:t>
            </a:r>
            <a:endParaRPr sz="41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376872" y="972838"/>
            <a:ext cx="1913889" cy="9150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40" dirty="0">
                <a:solidFill>
                  <a:srgbClr val="2D281A"/>
                </a:solidFill>
                <a:latin typeface="Arial"/>
                <a:cs typeface="Arial"/>
              </a:rPr>
              <a:t>Review</a:t>
            </a:r>
            <a:endParaRPr sz="2350">
              <a:latin typeface="Arial"/>
              <a:cs typeface="Arial"/>
            </a:endParaRPr>
          </a:p>
          <a:p>
            <a:pPr marL="35560" marR="5080" indent="-3175">
              <a:lnSpc>
                <a:spcPts val="1480"/>
              </a:lnSpc>
              <a:spcBef>
                <a:spcPts val="1245"/>
              </a:spcBef>
            </a:pP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Stakeho</a:t>
            </a:r>
            <a:r>
              <a:rPr sz="1350" spc="-55" dirty="0">
                <a:solidFill>
                  <a:srgbClr val="110800"/>
                </a:solidFill>
                <a:latin typeface="Arial"/>
                <a:cs typeface="Arial"/>
              </a:rPr>
              <a:t>l</a:t>
            </a: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der</a:t>
            </a:r>
            <a:r>
              <a:rPr sz="13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feedback </a:t>
            </a:r>
            <a:r>
              <a:rPr sz="1350" spc="-80" dirty="0">
                <a:solidFill>
                  <a:srgbClr val="2D281A"/>
                </a:solidFill>
                <a:latin typeface="Arial"/>
                <a:cs typeface="Arial"/>
              </a:rPr>
              <a:t>sessions</a:t>
            </a:r>
            <a:r>
              <a:rPr sz="1350" spc="-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after</a:t>
            </a:r>
            <a:r>
              <a:rPr sz="1350" spc="-1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75" dirty="0">
                <a:solidFill>
                  <a:srgbClr val="2D281A"/>
                </a:solidFill>
                <a:latin typeface="Arial"/>
                <a:cs typeface="Arial"/>
              </a:rPr>
              <a:t>each</a:t>
            </a:r>
            <a:r>
              <a:rPr sz="1350" spc="-8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sprint.</a:t>
            </a:r>
            <a:endParaRPr sz="135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383586" y="3174429"/>
            <a:ext cx="2169160" cy="92138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b="1" spc="-114" dirty="0">
                <a:solidFill>
                  <a:srgbClr val="2D281A"/>
                </a:solidFill>
                <a:latin typeface="Arial"/>
                <a:cs typeface="Arial"/>
              </a:rPr>
              <a:t>Retrospective</a:t>
            </a:r>
            <a:endParaRPr sz="2350">
              <a:latin typeface="Arial"/>
              <a:cs typeface="Arial"/>
            </a:endParaRPr>
          </a:p>
          <a:p>
            <a:pPr marL="29845" marR="5080" indent="-2540">
              <a:lnSpc>
                <a:spcPts val="1480"/>
              </a:lnSpc>
              <a:spcBef>
                <a:spcPts val="1295"/>
              </a:spcBef>
            </a:pPr>
            <a:r>
              <a:rPr sz="1350" spc="-55" dirty="0">
                <a:solidFill>
                  <a:srgbClr val="2D281A"/>
                </a:solidFill>
                <a:latin typeface="Arial"/>
                <a:cs typeface="Arial"/>
              </a:rPr>
              <a:t>Reflecting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 on</a:t>
            </a:r>
            <a:r>
              <a:rPr sz="1350" spc="-6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the</a:t>
            </a:r>
            <a:r>
              <a:rPr sz="1350" spc="-8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70" dirty="0">
                <a:solidFill>
                  <a:srgbClr val="2D281A"/>
                </a:solidFill>
                <a:latin typeface="Arial"/>
                <a:cs typeface="Arial"/>
              </a:rPr>
              <a:t>process</a:t>
            </a:r>
            <a:r>
              <a:rPr sz="13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to </a:t>
            </a:r>
            <a:r>
              <a:rPr sz="1350" spc="-30" dirty="0">
                <a:solidFill>
                  <a:srgbClr val="2D281A"/>
                </a:solidFill>
                <a:latin typeface="Arial"/>
                <a:cs typeface="Arial"/>
              </a:rPr>
              <a:t>improve</a:t>
            </a:r>
            <a:r>
              <a:rPr sz="1350" spc="-4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30" dirty="0">
                <a:solidFill>
                  <a:srgbClr val="2D281A"/>
                </a:solidFill>
                <a:latin typeface="Arial"/>
                <a:cs typeface="Arial"/>
              </a:rPr>
              <a:t>the</a:t>
            </a:r>
            <a:r>
              <a:rPr sz="1350" spc="-11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25" dirty="0">
                <a:solidFill>
                  <a:srgbClr val="2D281A"/>
                </a:solidFill>
                <a:latin typeface="Arial"/>
                <a:cs typeface="Arial"/>
              </a:rPr>
              <a:t>next</a:t>
            </a:r>
            <a:r>
              <a:rPr sz="1350" spc="-65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sprint</a:t>
            </a:r>
            <a:r>
              <a:rPr sz="1350" spc="-50" dirty="0">
                <a:solidFill>
                  <a:srgbClr val="2D281A"/>
                </a:solidFill>
                <a:latin typeface="Arial"/>
                <a:cs typeface="Arial"/>
              </a:rPr>
              <a:t> </a:t>
            </a:r>
            <a:r>
              <a:rPr sz="1350" spc="-10" dirty="0">
                <a:solidFill>
                  <a:srgbClr val="2D281A"/>
                </a:solidFill>
                <a:latin typeface="Arial"/>
                <a:cs typeface="Arial"/>
              </a:rPr>
              <a:t>cycle</a:t>
            </a:r>
            <a:r>
              <a:rPr sz="1350" spc="-10" dirty="0">
                <a:solidFill>
                  <a:srgbClr val="110800"/>
                </a:solidFill>
                <a:latin typeface="Arial"/>
                <a:cs typeface="Arial"/>
              </a:rPr>
              <a:t>.</a:t>
            </a:r>
            <a:endParaRPr sz="13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4659237" y="1994089"/>
          <a:ext cx="3994149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48590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6D574D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930"/>
                        </a:spcBef>
                      </a:pPr>
                      <a:r>
                        <a:rPr sz="4600" spc="9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811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7335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React.js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986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5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Library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Node.js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310" marR="196215" indent="1905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JavaScript</a:t>
                      </a:r>
                      <a:r>
                        <a:rPr sz="1350" spc="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Runtime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Environment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453938" y="57973"/>
            <a:ext cx="6569075" cy="1446530"/>
          </a:xfrm>
          <a:prstGeom prst="rect">
            <a:avLst/>
          </a:prstGeom>
        </p:spPr>
        <p:txBody>
          <a:bodyPr vert="horz" wrap="square" lIns="0" tIns="324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555"/>
              </a:spcBef>
            </a:pPr>
            <a:r>
              <a:rPr sz="5100" spc="-145" dirty="0">
                <a:solidFill>
                  <a:srgbClr val="050303"/>
                </a:solidFill>
              </a:rPr>
              <a:t>Technology</a:t>
            </a:r>
            <a:r>
              <a:rPr sz="5100" spc="-65" dirty="0">
                <a:solidFill>
                  <a:srgbClr val="050303"/>
                </a:solidFill>
              </a:rPr>
              <a:t> </a:t>
            </a:r>
            <a:r>
              <a:rPr sz="5100" spc="-215" dirty="0">
                <a:solidFill>
                  <a:srgbClr val="050303"/>
                </a:solidFill>
              </a:rPr>
              <a:t>Stack:</a:t>
            </a:r>
            <a:r>
              <a:rPr sz="5100" spc="-225" dirty="0">
                <a:solidFill>
                  <a:srgbClr val="050303"/>
                </a:solidFill>
              </a:rPr>
              <a:t> </a:t>
            </a:r>
            <a:r>
              <a:rPr sz="4800" spc="-540" dirty="0">
                <a:solidFill>
                  <a:srgbClr val="AF7460"/>
                </a:solidFill>
              </a:rPr>
              <a:t>MERN</a:t>
            </a:r>
            <a:endParaRPr sz="4800"/>
          </a:p>
          <a:p>
            <a:pPr marL="26034">
              <a:lnSpc>
                <a:spcPct val="100000"/>
              </a:lnSpc>
              <a:spcBef>
                <a:spcPts val="750"/>
              </a:spcBef>
            </a:pP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Four</a:t>
            </a:r>
            <a:r>
              <a:rPr sz="1550" b="0" spc="18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181611"/>
                </a:solidFill>
                <a:latin typeface="Arial"/>
                <a:cs typeface="Arial"/>
              </a:rPr>
              <a:t>Core</a:t>
            </a:r>
            <a:r>
              <a:rPr sz="1550" b="0" spc="120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Technologies:</a:t>
            </a:r>
            <a:r>
              <a:rPr sz="1550" b="0" spc="275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MongoDB,</a:t>
            </a:r>
            <a:r>
              <a:rPr sz="1550" b="0" spc="254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Express.js,</a:t>
            </a:r>
            <a:r>
              <a:rPr sz="1550" b="0" spc="25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dirty="0">
                <a:solidFill>
                  <a:srgbClr val="050303"/>
                </a:solidFill>
                <a:latin typeface="Arial"/>
                <a:cs typeface="Arial"/>
              </a:rPr>
              <a:t>React.js,</a:t>
            </a:r>
            <a:r>
              <a:rPr sz="1550" b="0" spc="210" dirty="0">
                <a:solidFill>
                  <a:srgbClr val="050303"/>
                </a:solidFill>
                <a:latin typeface="Arial"/>
                <a:cs typeface="Arial"/>
              </a:rPr>
              <a:t> </a:t>
            </a:r>
            <a:r>
              <a:rPr sz="1550" b="0" spc="70" dirty="0">
                <a:solidFill>
                  <a:srgbClr val="181611"/>
                </a:solidFill>
                <a:latin typeface="Arial"/>
                <a:cs typeface="Arial"/>
              </a:rPr>
              <a:t>and</a:t>
            </a:r>
            <a:r>
              <a:rPr sz="1550" b="0" spc="125" dirty="0">
                <a:solidFill>
                  <a:srgbClr val="181611"/>
                </a:solidFill>
                <a:latin typeface="Arial"/>
                <a:cs typeface="Arial"/>
              </a:rPr>
              <a:t> </a:t>
            </a:r>
            <a:r>
              <a:rPr sz="1550" b="0" spc="-10" dirty="0">
                <a:solidFill>
                  <a:srgbClr val="050303"/>
                </a:solidFill>
                <a:latin typeface="Arial"/>
                <a:cs typeface="Arial"/>
              </a:rPr>
              <a:t>Node.js.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4499062" y="3180148"/>
            <a:ext cx="147955" cy="188595"/>
          </a:xfrm>
          <a:custGeom>
            <a:avLst/>
            <a:gdLst/>
            <a:ahLst/>
            <a:cxnLst/>
            <a:rect l="l" t="t" r="r" b="b"/>
            <a:pathLst>
              <a:path w="147954" h="188595">
                <a:moveTo>
                  <a:pt x="147699" y="188550"/>
                </a:moveTo>
                <a:lnTo>
                  <a:pt x="0" y="188550"/>
                </a:lnTo>
                <a:lnTo>
                  <a:pt x="0" y="0"/>
                </a:lnTo>
                <a:lnTo>
                  <a:pt x="147699" y="0"/>
                </a:lnTo>
                <a:lnTo>
                  <a:pt x="147699" y="188550"/>
                </a:lnTo>
                <a:close/>
              </a:path>
            </a:pathLst>
          </a:custGeom>
          <a:solidFill>
            <a:srgbClr val="EDEBE4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4486363" y="3172987"/>
            <a:ext cx="68580" cy="193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spc="-50" dirty="0">
                <a:solidFill>
                  <a:srgbClr val="B8AAA1"/>
                </a:solidFill>
                <a:latin typeface="Times New Roman"/>
                <a:cs typeface="Times New Roman"/>
              </a:rPr>
              <a:t>-</a:t>
            </a:r>
            <a:endParaRPr sz="1100">
              <a:latin typeface="Times New Roman"/>
              <a:cs typeface="Times New Roman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469951" y="1994089"/>
          <a:ext cx="4007485" cy="25819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3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000760">
                <a:tc>
                  <a:txBody>
                    <a:bodyPr/>
                    <a:lstStyle/>
                    <a:p>
                      <a:pPr marL="161925">
                        <a:lnSpc>
                          <a:spcPct val="100000"/>
                        </a:lnSpc>
                        <a:spcBef>
                          <a:spcPts val="880"/>
                        </a:spcBef>
                      </a:pPr>
                      <a:r>
                        <a:rPr sz="4600" spc="-840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@)</a:t>
                      </a:r>
                      <a:endParaRPr sz="4600">
                        <a:latin typeface="Arial"/>
                        <a:cs typeface="Arial"/>
                      </a:endParaRPr>
                    </a:p>
                  </a:txBody>
                  <a:tcPr marL="0" marR="0" marT="1117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86690">
                        <a:lnSpc>
                          <a:spcPct val="100000"/>
                        </a:lnSpc>
                        <a:spcBef>
                          <a:spcPts val="680"/>
                        </a:spcBef>
                      </a:pPr>
                      <a:r>
                        <a:rPr sz="5800" spc="75" dirty="0">
                          <a:solidFill>
                            <a:srgbClr val="80675B"/>
                          </a:solidFill>
                          <a:latin typeface="Arial"/>
                          <a:cs typeface="Arial"/>
                        </a:rPr>
                        <a:t>®</a:t>
                      </a:r>
                      <a:endParaRPr sz="5800">
                        <a:latin typeface="Arial"/>
                        <a:cs typeface="Arial"/>
                      </a:endParaRPr>
                    </a:p>
                  </a:txBody>
                  <a:tcPr marL="0" marR="0" marT="8636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8315">
                <a:tc rowSpan="2">
                  <a:txBody>
                    <a:bodyPr/>
                    <a:lstStyle/>
                    <a:p>
                      <a:pPr marL="180975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MongoDB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94945">
                        <a:lnSpc>
                          <a:spcPct val="100000"/>
                        </a:lnSpc>
                        <a:spcBef>
                          <a:spcPts val="1150"/>
                        </a:spcBef>
                      </a:pPr>
                      <a:r>
                        <a:rPr sz="1350" spc="-2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NoSQL</a:t>
                      </a:r>
                      <a:r>
                        <a:rPr sz="1350" spc="-45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Database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080">
                        <a:lnSpc>
                          <a:spcPct val="100000"/>
                        </a:lnSpc>
                        <a:spcBef>
                          <a:spcPts val="120"/>
                        </a:spcBef>
                      </a:pPr>
                      <a:r>
                        <a:rPr sz="2850" spc="-50" dirty="0">
                          <a:solidFill>
                            <a:srgbClr val="B8AAA1"/>
                          </a:solidFill>
                          <a:latin typeface="Times New Roman"/>
                          <a:cs typeface="Times New Roman"/>
                        </a:rPr>
                        <a:t>-</a:t>
                      </a:r>
                      <a:endParaRPr sz="2850">
                        <a:latin typeface="Times New Roman"/>
                        <a:cs typeface="Times New Roman"/>
                      </a:endParaRPr>
                    </a:p>
                  </a:txBody>
                  <a:tcPr marL="0" marR="0" marT="1524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solidFill>
                      <a:srgbClr val="EDEBE4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180340">
                        <a:lnSpc>
                          <a:spcPts val="2630"/>
                        </a:lnSpc>
                      </a:pPr>
                      <a:r>
                        <a:rPr sz="2250" b="1" spc="-10" dirty="0">
                          <a:solidFill>
                            <a:srgbClr val="050303"/>
                          </a:solidFill>
                          <a:latin typeface="Arial"/>
                          <a:cs typeface="Arial"/>
                        </a:rPr>
                        <a:t>Express.js</a:t>
                      </a:r>
                      <a:endParaRPr sz="2250">
                        <a:latin typeface="Arial"/>
                        <a:cs typeface="Arial"/>
                      </a:endParaRPr>
                    </a:p>
                    <a:p>
                      <a:pPr marL="186690" marR="437515" indent="5080">
                        <a:lnSpc>
                          <a:spcPct val="117100"/>
                        </a:lnSpc>
                        <a:spcBef>
                          <a:spcPts val="869"/>
                        </a:spcBef>
                      </a:pPr>
                      <a:r>
                        <a:rPr sz="135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Web</a:t>
                      </a:r>
                      <a:r>
                        <a:rPr sz="1350" spc="-45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350" spc="-10" dirty="0">
                          <a:solidFill>
                            <a:srgbClr val="181611"/>
                          </a:solidFill>
                          <a:latin typeface="Arial"/>
                          <a:cs typeface="Arial"/>
                        </a:rPr>
                        <a:t>Application Framework</a:t>
                      </a:r>
                      <a:endParaRPr sz="135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283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892908" y="3613496"/>
            <a:ext cx="0" cy="963930"/>
          </a:xfrm>
          <a:custGeom>
            <a:avLst/>
            <a:gdLst/>
            <a:ahLst/>
            <a:cxnLst/>
            <a:rect l="l" t="t" r="r" b="b"/>
            <a:pathLst>
              <a:path h="963929">
                <a:moveTo>
                  <a:pt x="0" y="96361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892908" y="1900404"/>
            <a:ext cx="0" cy="950594"/>
          </a:xfrm>
          <a:custGeom>
            <a:avLst/>
            <a:gdLst/>
            <a:ahLst/>
            <a:cxnLst/>
            <a:rect l="l" t="t" r="r" b="b"/>
            <a:pathLst>
              <a:path h="950594">
                <a:moveTo>
                  <a:pt x="0" y="95023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2873419" y="1907095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86194" y="1907095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886847" y="4503500"/>
            <a:ext cx="685165" cy="0"/>
          </a:xfrm>
          <a:custGeom>
            <a:avLst/>
            <a:gdLst/>
            <a:ahLst/>
            <a:cxnLst/>
            <a:rect l="l" t="t" r="r" b="b"/>
            <a:pathLst>
              <a:path w="685164">
                <a:moveTo>
                  <a:pt x="0" y="0"/>
                </a:moveTo>
                <a:lnTo>
                  <a:pt x="6847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86194" y="4557035"/>
            <a:ext cx="698500" cy="0"/>
          </a:xfrm>
          <a:custGeom>
            <a:avLst/>
            <a:gdLst/>
            <a:ahLst/>
            <a:cxnLst/>
            <a:rect l="l" t="t" r="r" b="b"/>
            <a:pathLst>
              <a:path w="698500">
                <a:moveTo>
                  <a:pt x="0" y="0"/>
                </a:moveTo>
                <a:lnTo>
                  <a:pt x="69821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8" name="object 8"/>
          <p:cNvGrpSpPr/>
          <p:nvPr/>
        </p:nvGrpSpPr>
        <p:grpSpPr>
          <a:xfrm>
            <a:off x="986898" y="2027547"/>
            <a:ext cx="1906905" cy="763270"/>
            <a:chOff x="986898" y="2027547"/>
            <a:chExt cx="1906905" cy="763270"/>
          </a:xfrm>
        </p:grpSpPr>
        <p:sp>
          <p:nvSpPr>
            <p:cNvPr id="9" name="object 9"/>
            <p:cNvSpPr/>
            <p:nvPr/>
          </p:nvSpPr>
          <p:spPr>
            <a:xfrm>
              <a:off x="986898" y="2174766"/>
              <a:ext cx="577850" cy="0"/>
            </a:xfrm>
            <a:custGeom>
              <a:avLst/>
              <a:gdLst/>
              <a:ahLst/>
              <a:cxnLst/>
              <a:rect l="l" t="t" r="r" b="b"/>
              <a:pathLst>
                <a:path w="577850">
                  <a:moveTo>
                    <a:pt x="0" y="0"/>
                  </a:moveTo>
                  <a:lnTo>
                    <a:pt x="577370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557554" y="2027547"/>
              <a:ext cx="0" cy="154305"/>
            </a:xfrm>
            <a:custGeom>
              <a:avLst/>
              <a:gdLst/>
              <a:ahLst/>
              <a:cxnLst/>
              <a:rect l="l" t="t" r="r" b="b"/>
              <a:pathLst>
                <a:path h="154305">
                  <a:moveTo>
                    <a:pt x="0" y="153910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1550841" y="2174766"/>
              <a:ext cx="161290" cy="0"/>
            </a:xfrm>
            <a:custGeom>
              <a:avLst/>
              <a:gdLst/>
              <a:ahLst/>
              <a:cxnLst/>
              <a:rect l="l" t="t" r="r" b="b"/>
              <a:pathLst>
                <a:path w="161289">
                  <a:moveTo>
                    <a:pt x="0" y="0"/>
                  </a:moveTo>
                  <a:lnTo>
                    <a:pt x="161125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1711967" y="2174766"/>
              <a:ext cx="664845" cy="0"/>
            </a:xfrm>
            <a:custGeom>
              <a:avLst/>
              <a:gdLst/>
              <a:ahLst/>
              <a:cxnLst/>
              <a:rect l="l" t="t" r="r" b="b"/>
              <a:pathLst>
                <a:path w="664844">
                  <a:moveTo>
                    <a:pt x="0" y="0"/>
                  </a:moveTo>
                  <a:lnTo>
                    <a:pt x="664646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376613" y="2027547"/>
              <a:ext cx="517525" cy="763270"/>
            </a:xfrm>
            <a:custGeom>
              <a:avLst/>
              <a:gdLst/>
              <a:ahLst/>
              <a:cxnLst/>
              <a:rect l="l" t="t" r="r" b="b"/>
              <a:pathLst>
                <a:path w="517525" h="763269">
                  <a:moveTo>
                    <a:pt x="0" y="147218"/>
                  </a:moveTo>
                  <a:lnTo>
                    <a:pt x="516946" y="147218"/>
                  </a:lnTo>
                </a:path>
                <a:path w="517525" h="763269">
                  <a:moveTo>
                    <a:pt x="503520" y="762861"/>
                  </a:moveTo>
                  <a:lnTo>
                    <a:pt x="503520" y="0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/>
          <p:nvPr/>
        </p:nvSpPr>
        <p:spPr>
          <a:xfrm>
            <a:off x="3551493" y="2027547"/>
            <a:ext cx="0" cy="769620"/>
          </a:xfrm>
          <a:custGeom>
            <a:avLst/>
            <a:gdLst/>
            <a:ahLst/>
            <a:cxnLst/>
            <a:rect l="l" t="t" r="r" b="b"/>
            <a:pathLst>
              <a:path h="769619">
                <a:moveTo>
                  <a:pt x="0" y="769552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1557554" y="2174766"/>
            <a:ext cx="0" cy="622935"/>
          </a:xfrm>
          <a:custGeom>
            <a:avLst/>
            <a:gdLst/>
            <a:ahLst/>
            <a:cxnLst/>
            <a:rect l="l" t="t" r="r" b="b"/>
            <a:pathLst>
              <a:path h="622935">
                <a:moveTo>
                  <a:pt x="0" y="62233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3363512" y="2228300"/>
            <a:ext cx="201930" cy="0"/>
          </a:xfrm>
          <a:custGeom>
            <a:avLst/>
            <a:gdLst/>
            <a:ahLst/>
            <a:cxnLst/>
            <a:rect l="l" t="t" r="r" b="b"/>
            <a:pathLst>
              <a:path w="201929">
                <a:moveTo>
                  <a:pt x="0" y="0"/>
                </a:moveTo>
                <a:lnTo>
                  <a:pt x="2014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2873419" y="2589655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2873419" y="2790409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9" name="object 19"/>
          <p:cNvGrpSpPr/>
          <p:nvPr/>
        </p:nvGrpSpPr>
        <p:grpSpPr>
          <a:xfrm>
            <a:off x="2769358" y="2790409"/>
            <a:ext cx="594360" cy="1666875"/>
            <a:chOff x="2769358" y="2790409"/>
            <a:chExt cx="594360" cy="1666875"/>
          </a:xfrm>
        </p:grpSpPr>
        <p:sp>
          <p:nvSpPr>
            <p:cNvPr id="20" name="object 20"/>
            <p:cNvSpPr/>
            <p:nvPr/>
          </p:nvSpPr>
          <p:spPr>
            <a:xfrm>
              <a:off x="2779429" y="2790409"/>
              <a:ext cx="0" cy="1151255"/>
            </a:xfrm>
            <a:custGeom>
              <a:avLst/>
              <a:gdLst/>
              <a:ahLst/>
              <a:cxnLst/>
              <a:rect l="l" t="t" r="r" b="b"/>
              <a:pathLst>
                <a:path h="1151254">
                  <a:moveTo>
                    <a:pt x="0" y="1150982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2772716" y="3151763"/>
              <a:ext cx="591185" cy="93980"/>
            </a:xfrm>
            <a:custGeom>
              <a:avLst/>
              <a:gdLst/>
              <a:ahLst/>
              <a:cxnLst/>
              <a:rect l="l" t="t" r="r" b="b"/>
              <a:pathLst>
                <a:path w="591185" h="93980">
                  <a:moveTo>
                    <a:pt x="0" y="0"/>
                  </a:moveTo>
                  <a:lnTo>
                    <a:pt x="590796" y="0"/>
                  </a:lnTo>
                </a:path>
                <a:path w="591185" h="93980">
                  <a:moveTo>
                    <a:pt x="0" y="93685"/>
                  </a:moveTo>
                  <a:lnTo>
                    <a:pt x="590796" y="93685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2880134" y="3566653"/>
              <a:ext cx="483870" cy="0"/>
            </a:xfrm>
            <a:custGeom>
              <a:avLst/>
              <a:gdLst/>
              <a:ahLst/>
              <a:cxnLst/>
              <a:rect l="l" t="t" r="r" b="b"/>
              <a:pathLst>
                <a:path w="483870">
                  <a:moveTo>
                    <a:pt x="0" y="0"/>
                  </a:moveTo>
                  <a:lnTo>
                    <a:pt x="483378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2880134" y="3566653"/>
              <a:ext cx="0" cy="53975"/>
            </a:xfrm>
            <a:custGeom>
              <a:avLst/>
              <a:gdLst/>
              <a:ahLst/>
              <a:cxnLst/>
              <a:rect l="l" t="t" r="r" b="b"/>
              <a:pathLst>
                <a:path h="53975">
                  <a:moveTo>
                    <a:pt x="0" y="53534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2873419" y="3620188"/>
              <a:ext cx="490220" cy="836930"/>
            </a:xfrm>
            <a:custGeom>
              <a:avLst/>
              <a:gdLst/>
              <a:ahLst/>
              <a:cxnLst/>
              <a:rect l="l" t="t" r="r" b="b"/>
              <a:pathLst>
                <a:path w="490220" h="836929">
                  <a:moveTo>
                    <a:pt x="6714" y="836470"/>
                  </a:moveTo>
                  <a:lnTo>
                    <a:pt x="6714" y="0"/>
                  </a:lnTo>
                </a:path>
                <a:path w="490220" h="836929">
                  <a:moveTo>
                    <a:pt x="0" y="254287"/>
                  </a:moveTo>
                  <a:lnTo>
                    <a:pt x="490093" y="254287"/>
                  </a:lnTo>
                </a:path>
              </a:pathLst>
            </a:custGeom>
            <a:ln w="20108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/>
          <p:nvPr/>
        </p:nvSpPr>
        <p:spPr>
          <a:xfrm>
            <a:off x="1557554" y="3747332"/>
            <a:ext cx="0" cy="127635"/>
          </a:xfrm>
          <a:custGeom>
            <a:avLst/>
            <a:gdLst/>
            <a:ahLst/>
            <a:cxnLst/>
            <a:rect l="l" t="t" r="r" b="b"/>
            <a:pathLst>
              <a:path h="127635">
                <a:moveTo>
                  <a:pt x="0" y="12714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26" name="object 26"/>
          <p:cNvGrpSpPr/>
          <p:nvPr/>
        </p:nvGrpSpPr>
        <p:grpSpPr>
          <a:xfrm>
            <a:off x="3363512" y="3747332"/>
            <a:ext cx="201930" cy="709930"/>
            <a:chOff x="3363512" y="3747332"/>
            <a:chExt cx="201930" cy="709930"/>
          </a:xfrm>
        </p:grpSpPr>
        <p:sp>
          <p:nvSpPr>
            <p:cNvPr id="27" name="object 27"/>
            <p:cNvSpPr/>
            <p:nvPr/>
          </p:nvSpPr>
          <p:spPr>
            <a:xfrm>
              <a:off x="3363512" y="3874475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407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3551493" y="3747332"/>
              <a:ext cx="0" cy="709930"/>
            </a:xfrm>
            <a:custGeom>
              <a:avLst/>
              <a:gdLst/>
              <a:ahLst/>
              <a:cxnLst/>
              <a:rect l="l" t="t" r="r" b="b"/>
              <a:pathLst>
                <a:path h="709929">
                  <a:moveTo>
                    <a:pt x="0" y="709326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9"/>
          <p:cNvSpPr/>
          <p:nvPr/>
        </p:nvSpPr>
        <p:spPr>
          <a:xfrm>
            <a:off x="986898" y="3874475"/>
            <a:ext cx="584200" cy="595630"/>
          </a:xfrm>
          <a:custGeom>
            <a:avLst/>
            <a:gdLst/>
            <a:ahLst/>
            <a:cxnLst/>
            <a:rect l="l" t="t" r="r" b="b"/>
            <a:pathLst>
              <a:path w="584200" h="595629">
                <a:moveTo>
                  <a:pt x="0" y="207443"/>
                </a:moveTo>
                <a:lnTo>
                  <a:pt x="584083" y="207443"/>
                </a:lnTo>
              </a:path>
              <a:path w="584200" h="595629">
                <a:moveTo>
                  <a:pt x="570655" y="595566"/>
                </a:moveTo>
                <a:lnTo>
                  <a:pt x="570655" y="0"/>
                </a:lnTo>
              </a:path>
            </a:pathLst>
          </a:custGeom>
          <a:ln w="20108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1711967" y="3934700"/>
            <a:ext cx="1081405" cy="0"/>
          </a:xfrm>
          <a:custGeom>
            <a:avLst/>
            <a:gdLst/>
            <a:ahLst/>
            <a:cxnLst/>
            <a:rect l="l" t="t" r="r" b="b"/>
            <a:pathLst>
              <a:path w="1081405">
                <a:moveTo>
                  <a:pt x="0" y="0"/>
                </a:moveTo>
                <a:lnTo>
                  <a:pt x="108088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2873419" y="4081919"/>
            <a:ext cx="691515" cy="0"/>
          </a:xfrm>
          <a:custGeom>
            <a:avLst/>
            <a:gdLst/>
            <a:ahLst/>
            <a:cxnLst/>
            <a:rect l="l" t="t" r="r" b="b"/>
            <a:pathLst>
              <a:path w="691514">
                <a:moveTo>
                  <a:pt x="0" y="0"/>
                </a:moveTo>
                <a:lnTo>
                  <a:pt x="69150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3363512" y="3934700"/>
            <a:ext cx="201930" cy="0"/>
          </a:xfrm>
          <a:custGeom>
            <a:avLst/>
            <a:gdLst/>
            <a:ahLst/>
            <a:cxnLst/>
            <a:rect l="l" t="t" r="r" b="b"/>
            <a:pathLst>
              <a:path w="201929">
                <a:moveTo>
                  <a:pt x="0" y="0"/>
                </a:moveTo>
                <a:lnTo>
                  <a:pt x="2014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3" name="object 33"/>
          <p:cNvGrpSpPr/>
          <p:nvPr/>
        </p:nvGrpSpPr>
        <p:grpSpPr>
          <a:xfrm>
            <a:off x="1550841" y="4172258"/>
            <a:ext cx="2014220" cy="20320"/>
            <a:chOff x="1550841" y="4172258"/>
            <a:chExt cx="2014220" cy="20320"/>
          </a:xfrm>
        </p:grpSpPr>
        <p:sp>
          <p:nvSpPr>
            <p:cNvPr id="34" name="object 34"/>
            <p:cNvSpPr/>
            <p:nvPr/>
          </p:nvSpPr>
          <p:spPr>
            <a:xfrm>
              <a:off x="1550841" y="4182295"/>
              <a:ext cx="1343025" cy="0"/>
            </a:xfrm>
            <a:custGeom>
              <a:avLst/>
              <a:gdLst/>
              <a:ahLst/>
              <a:cxnLst/>
              <a:rect l="l" t="t" r="r" b="b"/>
              <a:pathLst>
                <a:path w="1343025">
                  <a:moveTo>
                    <a:pt x="0" y="0"/>
                  </a:moveTo>
                  <a:lnTo>
                    <a:pt x="1342718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2873419" y="4182295"/>
              <a:ext cx="490220" cy="0"/>
            </a:xfrm>
            <a:custGeom>
              <a:avLst/>
              <a:gdLst/>
              <a:ahLst/>
              <a:cxnLst/>
              <a:rect l="l" t="t" r="r" b="b"/>
              <a:pathLst>
                <a:path w="490220">
                  <a:moveTo>
                    <a:pt x="0" y="0"/>
                  </a:moveTo>
                  <a:lnTo>
                    <a:pt x="490093" y="0"/>
                  </a:lnTo>
                </a:path>
              </a:pathLst>
            </a:custGeom>
            <a:ln w="200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363513" y="4182295"/>
              <a:ext cx="201930" cy="0"/>
            </a:xfrm>
            <a:custGeom>
              <a:avLst/>
              <a:gdLst/>
              <a:ahLst/>
              <a:cxnLst/>
              <a:rect l="l" t="t" r="r" b="b"/>
              <a:pathLst>
                <a:path w="201929">
                  <a:moveTo>
                    <a:pt x="0" y="0"/>
                  </a:moveTo>
                  <a:lnTo>
                    <a:pt x="201407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 descr="$PPTXTitle"/>
          <p:cNvSpPr txBox="1">
            <a:spLocks noGrp="1"/>
          </p:cNvSpPr>
          <p:nvPr>
            <p:ph type="title"/>
          </p:nvPr>
        </p:nvSpPr>
        <p:spPr>
          <a:xfrm>
            <a:off x="407641" y="144402"/>
            <a:ext cx="6290310" cy="1363980"/>
          </a:xfrm>
          <a:prstGeom prst="rect">
            <a:avLst/>
          </a:prstGeom>
        </p:spPr>
        <p:txBody>
          <a:bodyPr vert="horz" wrap="square" lIns="0" tIns="2882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270"/>
              </a:spcBef>
            </a:pPr>
            <a:r>
              <a:rPr sz="4600" spc="-270" dirty="0">
                <a:solidFill>
                  <a:srgbClr val="010101"/>
                </a:solidFill>
                <a:latin typeface="Arial"/>
                <a:cs typeface="Arial"/>
              </a:rPr>
              <a:t>Database:</a:t>
            </a:r>
            <a:r>
              <a:rPr sz="4600" spc="-65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4600" spc="-295" dirty="0">
                <a:solidFill>
                  <a:srgbClr val="010101"/>
                </a:solidFill>
                <a:latin typeface="Arial"/>
                <a:cs typeface="Arial"/>
              </a:rPr>
              <a:t>MongoDB</a:t>
            </a:r>
            <a:endParaRPr sz="4600">
              <a:latin typeface="Arial"/>
              <a:cs typeface="Arial"/>
            </a:endParaRPr>
          </a:p>
          <a:p>
            <a:pPr marL="38735">
              <a:lnSpc>
                <a:spcPct val="100000"/>
              </a:lnSpc>
              <a:spcBef>
                <a:spcPts val="805"/>
              </a:spcBef>
            </a:pPr>
            <a:r>
              <a:rPr sz="1700" b="0" spc="-120" dirty="0">
                <a:solidFill>
                  <a:srgbClr val="010101"/>
                </a:solidFill>
                <a:latin typeface="Arial"/>
                <a:cs typeface="Arial"/>
              </a:rPr>
              <a:t>NoSQL</a:t>
            </a:r>
            <a:r>
              <a:rPr sz="1700" b="0" spc="-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60" dirty="0">
                <a:solidFill>
                  <a:srgbClr val="010101"/>
                </a:solidFill>
                <a:latin typeface="Arial"/>
                <a:cs typeface="Arial"/>
              </a:rPr>
              <a:t>database</a:t>
            </a:r>
            <a:r>
              <a:rPr sz="1700" b="0" spc="1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1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700" b="0" spc="-7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50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1700" b="0" spc="-2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65" dirty="0">
                <a:solidFill>
                  <a:srgbClr val="010101"/>
                </a:solidFill>
                <a:latin typeface="Arial"/>
                <a:cs typeface="Arial"/>
              </a:rPr>
              <a:t>user</a:t>
            </a:r>
            <a:r>
              <a:rPr sz="1700" b="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45" dirty="0">
                <a:solidFill>
                  <a:srgbClr val="010101"/>
                </a:solidFill>
                <a:latin typeface="Arial"/>
                <a:cs typeface="Arial"/>
              </a:rPr>
              <a:t>details,</a:t>
            </a:r>
            <a:r>
              <a:rPr sz="1700" b="0" spc="-1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70" dirty="0">
                <a:solidFill>
                  <a:srgbClr val="010101"/>
                </a:solidFill>
                <a:latin typeface="Arial"/>
                <a:cs typeface="Arial"/>
              </a:rPr>
              <a:t>packages,</a:t>
            </a:r>
            <a:r>
              <a:rPr sz="1700" b="0" spc="-8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5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00" b="0" spc="-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b="0" spc="-10" dirty="0">
                <a:solidFill>
                  <a:srgbClr val="010101"/>
                </a:solidFill>
                <a:latin typeface="Arial"/>
                <a:cs typeface="Arial"/>
              </a:rPr>
              <a:t>bookings</a:t>
            </a:r>
            <a:r>
              <a:rPr sz="1700" b="0" spc="-10" dirty="0">
                <a:solidFill>
                  <a:srgbClr val="28211A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969600" y="1987244"/>
            <a:ext cx="1835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211A"/>
                </a:solidFill>
                <a:latin typeface="Arial"/>
                <a:cs typeface="Arial"/>
              </a:rPr>
              <a:t>c=)</a:t>
            </a:r>
            <a:endParaRPr sz="9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2945386" y="2007969"/>
            <a:ext cx="269240" cy="387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225">
              <a:lnSpc>
                <a:spcPct val="100000"/>
              </a:lnSpc>
              <a:spcBef>
                <a:spcPts val="100"/>
              </a:spcBef>
            </a:pPr>
            <a:r>
              <a:rPr sz="1000" spc="-25" dirty="0">
                <a:solidFill>
                  <a:srgbClr val="28211A"/>
                </a:solidFill>
                <a:latin typeface="Arial"/>
                <a:cs typeface="Arial"/>
              </a:rPr>
              <a:t>C=&gt;</a:t>
            </a:r>
            <a:endParaRPr sz="10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135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5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3434097" y="2176891"/>
            <a:ext cx="6413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65" dirty="0">
                <a:solidFill>
                  <a:srgbClr val="28211A"/>
                </a:solidFill>
                <a:latin typeface="Times New Roman"/>
                <a:cs typeface="Times New Roman"/>
              </a:rPr>
              <a:t>I</a:t>
            </a:r>
            <a:endParaRPr sz="1250">
              <a:latin typeface="Times New Roman"/>
              <a:cs typeface="Times New Roman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2880134" y="2355444"/>
            <a:ext cx="671830" cy="234315"/>
          </a:xfrm>
          <a:prstGeom prst="rect">
            <a:avLst/>
          </a:prstGeom>
          <a:ln w="20140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77470">
              <a:lnSpc>
                <a:spcPts val="1845"/>
              </a:lnSpc>
            </a:pPr>
            <a:r>
              <a:rPr sz="2000" spc="265" dirty="0">
                <a:solidFill>
                  <a:srgbClr val="28211A"/>
                </a:solidFill>
                <a:latin typeface="Arial"/>
                <a:cs typeface="Arial"/>
              </a:rPr>
              <a:t>l=-</a:t>
            </a:r>
            <a:r>
              <a:rPr sz="2000" spc="345" dirty="0">
                <a:solidFill>
                  <a:srgbClr val="28211A"/>
                </a:solid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58754" y="2143757"/>
            <a:ext cx="668020" cy="405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490"/>
              </a:lnSpc>
              <a:spcBef>
                <a:spcPts val="100"/>
              </a:spcBef>
              <a:tabLst>
                <a:tab pos="612140" algn="l"/>
              </a:tabLst>
            </a:pPr>
            <a:r>
              <a:rPr sz="1300" u="heavy" spc="-2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I-</a:t>
            </a:r>
            <a:r>
              <a:rPr sz="1300" u="heavy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  <a:p>
            <a:pPr marL="12700">
              <a:lnSpc>
                <a:spcPts val="1490"/>
              </a:lnSpc>
              <a:tabLst>
                <a:tab pos="654685" algn="l"/>
              </a:tabLst>
            </a:pPr>
            <a:r>
              <a:rPr sz="130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r>
              <a:rPr sz="1300" u="heavy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996667" y="1921163"/>
            <a:ext cx="105219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25400">
              <a:lnSpc>
                <a:spcPct val="100000"/>
              </a:lnSpc>
              <a:spcBef>
                <a:spcPts val="114"/>
              </a:spcBef>
            </a:pPr>
            <a:r>
              <a:rPr sz="10800" spc="1289" baseline="-10030" dirty="0">
                <a:solidFill>
                  <a:srgbClr val="A87769"/>
                </a:solidFill>
                <a:latin typeface="Arial"/>
                <a:cs typeface="Arial"/>
              </a:rPr>
              <a:t>-</a:t>
            </a:r>
            <a:r>
              <a:rPr sz="10800" spc="1417" baseline="-10030" dirty="0">
                <a:solidFill>
                  <a:srgbClr val="A87769"/>
                </a:solidFill>
                <a:latin typeface="Arial"/>
                <a:cs typeface="Arial"/>
              </a:rPr>
              <a:t> </a:t>
            </a:r>
            <a:r>
              <a:rPr sz="5250" spc="-50" dirty="0">
                <a:solidFill>
                  <a:srgbClr val="A87769"/>
                </a:solidFill>
                <a:latin typeface="Arial"/>
                <a:cs typeface="Arial"/>
              </a:rPr>
              <a:t>-</a:t>
            </a:r>
            <a:endParaRPr sz="525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5254397" y="2347112"/>
            <a:ext cx="3171825" cy="553085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5240" marR="5080" indent="-3175">
              <a:lnSpc>
                <a:spcPct val="103299"/>
              </a:lnSpc>
              <a:spcBef>
                <a:spcPts val="35"/>
              </a:spcBef>
            </a:pPr>
            <a:r>
              <a:rPr sz="1700" spc="-155" dirty="0">
                <a:solidFill>
                  <a:srgbClr val="010101"/>
                </a:solidFill>
                <a:latin typeface="Arial"/>
                <a:cs typeface="Arial"/>
              </a:rPr>
              <a:t>NoSQL</a:t>
            </a:r>
            <a:r>
              <a:rPr sz="1700" spc="-7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010101"/>
                </a:solidFill>
                <a:latin typeface="Arial"/>
                <a:cs typeface="Arial"/>
              </a:rPr>
              <a:t>database</a:t>
            </a:r>
            <a:r>
              <a:rPr sz="1700" spc="3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2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700" spc="-1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85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1700" spc="1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50" dirty="0">
                <a:solidFill>
                  <a:srgbClr val="010101"/>
                </a:solidFill>
                <a:latin typeface="Arial"/>
                <a:cs typeface="Arial"/>
              </a:rPr>
              <a:t>user </a:t>
            </a:r>
            <a:r>
              <a:rPr sz="1700" spc="-65" dirty="0">
                <a:solidFill>
                  <a:srgbClr val="010101"/>
                </a:solidFill>
                <a:latin typeface="Arial"/>
                <a:cs typeface="Arial"/>
              </a:rPr>
              <a:t>details,</a:t>
            </a:r>
            <a:r>
              <a:rPr sz="1700" spc="-12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0" dirty="0">
                <a:solidFill>
                  <a:srgbClr val="010101"/>
                </a:solidFill>
                <a:latin typeface="Arial"/>
                <a:cs typeface="Arial"/>
              </a:rPr>
              <a:t>packages,</a:t>
            </a:r>
            <a:r>
              <a:rPr sz="1700" spc="-5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9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00" spc="-114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010101"/>
                </a:solidFill>
                <a:latin typeface="Arial"/>
                <a:cs typeface="Arial"/>
              </a:rPr>
              <a:t>bookings</a:t>
            </a:r>
            <a:r>
              <a:rPr sz="1700" spc="-10" dirty="0">
                <a:solidFill>
                  <a:srgbClr val="28211A"/>
                </a:solidFill>
                <a:latin typeface="Arial"/>
                <a:cs typeface="Arial"/>
              </a:rPr>
              <a:t>.</a:t>
            </a:r>
            <a:endParaRPr sz="17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2958086" y="2552280"/>
            <a:ext cx="561340" cy="2317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  <a:tabLst>
                <a:tab pos="483234" algn="l"/>
              </a:tabLst>
            </a:pPr>
            <a:r>
              <a:rPr sz="1350" spc="85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r>
              <a:rPr sz="1350" dirty="0">
                <a:solidFill>
                  <a:srgbClr val="28211A"/>
                </a:solidFill>
                <a:latin typeface="Arial"/>
                <a:cs typeface="Arial"/>
              </a:rPr>
              <a:t>	</a:t>
            </a:r>
            <a:r>
              <a:rPr sz="1350" spc="75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50">
              <a:latin typeface="Arial"/>
              <a:cs typeface="Arial"/>
            </a:endParaRPr>
          </a:p>
        </p:txBody>
      </p:sp>
      <p:sp>
        <p:nvSpPr>
          <p:cNvPr id="46" name="object 46"/>
          <p:cNvSpPr/>
          <p:nvPr/>
        </p:nvSpPr>
        <p:spPr>
          <a:xfrm>
            <a:off x="2531744" y="3118305"/>
            <a:ext cx="27305" cy="0"/>
          </a:xfrm>
          <a:custGeom>
            <a:avLst/>
            <a:gdLst/>
            <a:ahLst/>
            <a:cxnLst/>
            <a:rect l="l" t="t" r="r" b="b"/>
            <a:pathLst>
              <a:path w="27305">
                <a:moveTo>
                  <a:pt x="0" y="0"/>
                </a:moveTo>
                <a:lnTo>
                  <a:pt x="26854" y="0"/>
                </a:lnTo>
              </a:path>
            </a:pathLst>
          </a:custGeom>
          <a:ln w="12732">
            <a:solidFill>
              <a:srgbClr val="28211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1840906" y="3392667"/>
            <a:ext cx="732155" cy="0"/>
          </a:xfrm>
          <a:custGeom>
            <a:avLst/>
            <a:gdLst/>
            <a:ahLst/>
            <a:cxnLst/>
            <a:rect l="l" t="t" r="r" b="b"/>
            <a:pathLst>
              <a:path w="732155">
                <a:moveTo>
                  <a:pt x="0" y="0"/>
                </a:moveTo>
                <a:lnTo>
                  <a:pt x="731782" y="0"/>
                </a:lnTo>
              </a:path>
            </a:pathLst>
          </a:custGeom>
          <a:ln w="12732">
            <a:solidFill>
              <a:srgbClr val="28211A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8" name="object 48"/>
          <p:cNvGraphicFramePr>
            <a:graphicFrameLocks noGrp="1"/>
          </p:cNvGraphicFramePr>
          <p:nvPr/>
        </p:nvGraphicFramePr>
        <p:xfrm>
          <a:off x="976828" y="2512700"/>
          <a:ext cx="1712593" cy="142817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708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43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48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5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3350">
                <a:tc rowSpan="5" gridSpan="2">
                  <a:txBody>
                    <a:bodyPr/>
                    <a:lstStyle/>
                    <a:p>
                      <a:pPr>
                        <a:lnSpc>
                          <a:spcPts val="2085"/>
                        </a:lnSpc>
                      </a:pPr>
                      <a:r>
                        <a:rPr sz="2000" u="sng" spc="265" dirty="0">
                          <a:solidFill>
                            <a:srgbClr val="28211A"/>
                          </a:solidFill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l=-</a:t>
                      </a:r>
                      <a:r>
                        <a:rPr sz="2000" u="sng" spc="345" dirty="0">
                          <a:solidFill>
                            <a:srgbClr val="28211A"/>
                          </a:solidFill>
                          <a:uFill>
                            <a:solidFill>
                              <a:srgbClr val="000000"/>
                            </a:solidFill>
                          </a:uFill>
                          <a:latin typeface="Arial"/>
                          <a:cs typeface="Arial"/>
                        </a:rPr>
                        <a:t>1</a:t>
                      </a:r>
                      <a:endParaRPr sz="20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5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02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69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14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T w="2857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675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rowSpan="3" gridSpan="2">
                  <a:txBody>
                    <a:bodyPr/>
                    <a:lstStyle/>
                    <a:p>
                      <a:pPr marL="110489">
                        <a:lnSpc>
                          <a:spcPts val="1650"/>
                        </a:lnSpc>
                        <a:tabLst>
                          <a:tab pos="819150" algn="l"/>
                        </a:tabLst>
                      </a:pPr>
                      <a:r>
                        <a:rPr sz="2200" u="heavy" dirty="0">
                          <a:solidFill>
                            <a:srgbClr val="28211A"/>
                          </a:solidFill>
                          <a:uFill>
                            <a:solidFill>
                              <a:srgbClr val="28211A"/>
                            </a:solidFill>
                          </a:uFill>
                          <a:latin typeface="Arial"/>
                          <a:cs typeface="Arial"/>
                        </a:rPr>
                        <a:t>1- </a:t>
                      </a:r>
                      <a:r>
                        <a:rPr sz="2200" u="none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3300" u="none" spc="-75" baseline="-6313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</a:t>
                      </a:r>
                      <a:endParaRPr sz="3300" baseline="-6313">
                        <a:latin typeface="Arial"/>
                        <a:cs typeface="Arial"/>
                      </a:endParaRPr>
                    </a:p>
                    <a:p>
                      <a:pPr marL="128905">
                        <a:lnSpc>
                          <a:spcPts val="2190"/>
                        </a:lnSpc>
                      </a:pPr>
                      <a:r>
                        <a:rPr sz="23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88</a:t>
                      </a:r>
                      <a:endParaRPr sz="2300">
                        <a:latin typeface="Arial"/>
                        <a:cs typeface="Arial"/>
                      </a:endParaRPr>
                    </a:p>
                    <a:p>
                      <a:pPr marR="74295" algn="r">
                        <a:lnSpc>
                          <a:spcPts val="114"/>
                        </a:lnSpc>
                      </a:pPr>
                      <a:r>
                        <a:rPr sz="3100" spc="-50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</a:t>
                      </a:r>
                      <a:endParaRPr sz="3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3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335"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7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034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9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367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T w="952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</a:tcPr>
                </a:tc>
                <a:tc rowSpan="2" gridSpan="2">
                  <a:txBody>
                    <a:bodyPr/>
                    <a:lstStyle/>
                    <a:p>
                      <a:pPr marL="104139">
                        <a:lnSpc>
                          <a:spcPts val="2430"/>
                        </a:lnSpc>
                      </a:pPr>
                      <a:r>
                        <a:rPr sz="31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I=</a:t>
                      </a:r>
                      <a:endParaRPr sz="31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7000">
                <a:tc rowSpan="2"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900" spc="-25" dirty="0">
                          <a:solidFill>
                            <a:srgbClr val="28211A"/>
                          </a:solidFill>
                          <a:latin typeface="Arial"/>
                          <a:cs typeface="Arial"/>
                        </a:rPr>
                        <a:t>c=)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99695" marB="0">
                    <a:lnR w="28575">
                      <a:solidFill>
                        <a:srgbClr val="000000"/>
                      </a:solidFill>
                      <a:prstDash val="soli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2"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7000">
                <a:tc gridSpan="2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99695" marB="0">
                    <a:lnR w="28575">
                      <a:solidFill>
                        <a:srgbClr val="000000"/>
                      </a:solidFill>
                      <a:prstDash val="solid"/>
                    </a:lnR>
                  </a:tcPr>
                </a:tc>
                <a:tc hMerge="1"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grid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9" name="object 49"/>
          <p:cNvSpPr txBox="1"/>
          <p:nvPr/>
        </p:nvSpPr>
        <p:spPr>
          <a:xfrm>
            <a:off x="4650771" y="3011921"/>
            <a:ext cx="30289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4"/>
              </a:spcBef>
            </a:pPr>
            <a:r>
              <a:rPr sz="7200" spc="-190" dirty="0">
                <a:solidFill>
                  <a:srgbClr val="A87769"/>
                </a:solidFill>
                <a:latin typeface="Arial"/>
                <a:cs typeface="Arial"/>
              </a:rPr>
              <a:t>•</a:t>
            </a:r>
            <a:endParaRPr sz="72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5253094" y="3235891"/>
            <a:ext cx="3378200" cy="5880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 marR="5080" indent="-4445">
              <a:lnSpc>
                <a:spcPct val="108500"/>
              </a:lnSpc>
              <a:spcBef>
                <a:spcPts val="95"/>
              </a:spcBef>
            </a:pPr>
            <a:r>
              <a:rPr sz="1700" spc="-85" dirty="0">
                <a:solidFill>
                  <a:srgbClr val="010101"/>
                </a:solidFill>
                <a:latin typeface="Arial"/>
                <a:cs typeface="Arial"/>
              </a:rPr>
              <a:t>Flexible</a:t>
            </a:r>
            <a:r>
              <a:rPr sz="1700" spc="4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75" dirty="0">
                <a:solidFill>
                  <a:srgbClr val="010101"/>
                </a:solidFill>
                <a:latin typeface="Arial"/>
                <a:cs typeface="Arial"/>
              </a:rPr>
              <a:t>document-based</a:t>
            </a:r>
            <a:r>
              <a:rPr sz="1700" spc="-16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010101"/>
                </a:solidFill>
                <a:latin typeface="Arial"/>
                <a:cs typeface="Arial"/>
              </a:rPr>
              <a:t>structure</a:t>
            </a:r>
            <a:r>
              <a:rPr sz="1700" spc="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25" dirty="0">
                <a:solidFill>
                  <a:srgbClr val="010101"/>
                </a:solidFill>
                <a:latin typeface="Arial"/>
                <a:cs typeface="Arial"/>
              </a:rPr>
              <a:t>for </a:t>
            </a:r>
            <a:r>
              <a:rPr sz="1700" spc="-80" dirty="0">
                <a:solidFill>
                  <a:srgbClr val="010101"/>
                </a:solidFill>
                <a:latin typeface="Arial"/>
                <a:cs typeface="Arial"/>
              </a:rPr>
              <a:t>dynamic</a:t>
            </a:r>
            <a:r>
              <a:rPr sz="1700" spc="-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65" dirty="0">
                <a:solidFill>
                  <a:srgbClr val="010101"/>
                </a:solidFill>
                <a:latin typeface="Arial"/>
                <a:cs typeface="Arial"/>
              </a:rPr>
              <a:t>travel</a:t>
            </a:r>
            <a:r>
              <a:rPr sz="1700" spc="-8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00" spc="-10" dirty="0">
                <a:solidFill>
                  <a:srgbClr val="010101"/>
                </a:solidFill>
                <a:latin typeface="Arial"/>
                <a:cs typeface="Arial"/>
              </a:rPr>
              <a:t>data.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958754" y="3876924"/>
            <a:ext cx="6921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50" dirty="0">
                <a:solidFill>
                  <a:srgbClr val="28211A"/>
                </a:solidFill>
                <a:latin typeface="Arial"/>
                <a:cs typeface="Arial"/>
              </a:rPr>
              <a:t>I</a:t>
            </a:r>
            <a:endParaRPr sz="1300">
              <a:latin typeface="Arial"/>
              <a:cs typeface="Arial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945979" y="3629016"/>
            <a:ext cx="189230" cy="405130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23495">
              <a:lnSpc>
                <a:spcPct val="100000"/>
              </a:lnSpc>
              <a:spcBef>
                <a:spcPts val="240"/>
              </a:spcBef>
            </a:pPr>
            <a:r>
              <a:rPr sz="900" spc="-25" dirty="0">
                <a:solidFill>
                  <a:srgbClr val="28211A"/>
                </a:solidFill>
                <a:latin typeface="Arial"/>
                <a:cs typeface="Arial"/>
              </a:rPr>
              <a:t>c=)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300" spc="-25" dirty="0">
                <a:solidFill>
                  <a:srgbClr val="28211A"/>
                </a:solidFill>
                <a:latin typeface="Arial"/>
                <a:cs typeface="Arial"/>
              </a:rPr>
              <a:t>I-</a:t>
            </a:r>
            <a:endParaRPr sz="1300">
              <a:latin typeface="Arial"/>
              <a:cs typeface="Arial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2945979" y="3977301"/>
            <a:ext cx="12128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0" spc="-25" dirty="0">
                <a:solidFill>
                  <a:srgbClr val="28211A"/>
                </a:solidFill>
                <a:latin typeface="Arial"/>
                <a:cs typeface="Arial"/>
              </a:rPr>
              <a:t>I-</a:t>
            </a:r>
            <a:endParaRPr sz="13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958754" y="4037527"/>
            <a:ext cx="625475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12140" algn="l"/>
              </a:tabLst>
            </a:pPr>
            <a:r>
              <a:rPr sz="1300" u="sng" spc="-25" dirty="0">
                <a:solidFill>
                  <a:srgbClr val="18110C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I-</a:t>
            </a:r>
            <a:r>
              <a:rPr sz="1300" u="sng" dirty="0">
                <a:solidFill>
                  <a:srgbClr val="18110C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2944663" y="4129399"/>
            <a:ext cx="572770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50" u="heavy" spc="-19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l==-</a:t>
            </a:r>
            <a:r>
              <a:rPr sz="2050" u="heavy" spc="-15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-</a:t>
            </a:r>
            <a:r>
              <a:rPr sz="2050" u="heavy" spc="-140" dirty="0">
                <a:solidFill>
                  <a:srgbClr val="28211A"/>
                </a:solidFill>
                <a:uFill>
                  <a:solidFill>
                    <a:srgbClr val="28211A"/>
                  </a:solidFill>
                </a:uFill>
                <a:latin typeface="Arial"/>
                <a:cs typeface="Arial"/>
              </a:rPr>
              <a:t>1</a:t>
            </a:r>
            <a:endParaRPr sz="20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957847" y="4189300"/>
            <a:ext cx="614680" cy="331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u="heavy" spc="26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l=-</a:t>
            </a:r>
            <a:r>
              <a:rPr sz="2000" u="heavy" spc="345" dirty="0">
                <a:solidFill>
                  <a:srgbClr val="28211A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1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59340" y="1820103"/>
            <a:ext cx="2698866" cy="2770391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416243" y="1344987"/>
            <a:ext cx="8338820" cy="0"/>
          </a:xfrm>
          <a:custGeom>
            <a:avLst/>
            <a:gdLst/>
            <a:ahLst/>
            <a:cxnLst/>
            <a:rect l="l" t="t" r="r" b="b"/>
            <a:pathLst>
              <a:path w="8338820">
                <a:moveTo>
                  <a:pt x="0" y="0"/>
                </a:moveTo>
                <a:lnTo>
                  <a:pt x="833828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403134" y="328894"/>
            <a:ext cx="7574915" cy="820419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200" spc="-345" dirty="0">
                <a:solidFill>
                  <a:srgbClr val="070503"/>
                </a:solidFill>
              </a:rPr>
              <a:t>Backend:</a:t>
            </a:r>
            <a:r>
              <a:rPr sz="5200" spc="-180" dirty="0">
                <a:solidFill>
                  <a:srgbClr val="070503"/>
                </a:solidFill>
              </a:rPr>
              <a:t> </a:t>
            </a:r>
            <a:r>
              <a:rPr sz="5200" spc="-280" dirty="0">
                <a:solidFill>
                  <a:srgbClr val="070503"/>
                </a:solidFill>
              </a:rPr>
              <a:t>Express.js</a:t>
            </a:r>
            <a:r>
              <a:rPr sz="5200" spc="-190" dirty="0">
                <a:solidFill>
                  <a:srgbClr val="070503"/>
                </a:solidFill>
              </a:rPr>
              <a:t> </a:t>
            </a:r>
            <a:r>
              <a:rPr sz="4900" spc="-740" dirty="0">
                <a:solidFill>
                  <a:srgbClr val="070503"/>
                </a:solidFill>
              </a:rPr>
              <a:t>&amp;</a:t>
            </a:r>
            <a:r>
              <a:rPr sz="4900" spc="-215" dirty="0">
                <a:solidFill>
                  <a:srgbClr val="070503"/>
                </a:solidFill>
              </a:rPr>
              <a:t> </a:t>
            </a:r>
            <a:r>
              <a:rPr sz="5200" spc="-350" dirty="0">
                <a:solidFill>
                  <a:srgbClr val="070503"/>
                </a:solidFill>
              </a:rPr>
              <a:t>Node.js</a:t>
            </a:r>
            <a:endParaRPr sz="5200"/>
          </a:p>
        </p:txBody>
      </p:sp>
      <p:sp>
        <p:nvSpPr>
          <p:cNvPr id="5" name="object 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24130">
              <a:lnSpc>
                <a:spcPts val="5065"/>
              </a:lnSpc>
              <a:tabLst>
                <a:tab pos="615950" algn="l"/>
              </a:tabLst>
            </a:pPr>
            <a:r>
              <a:rPr sz="4900" spc="-395" dirty="0">
                <a:solidFill>
                  <a:srgbClr val="B17C6D"/>
                </a:solidFill>
              </a:rPr>
              <a:t>0</a:t>
            </a:r>
            <a:r>
              <a:rPr sz="4900" dirty="0">
                <a:solidFill>
                  <a:srgbClr val="B17C6D"/>
                </a:solidFill>
              </a:rPr>
              <a:t>	</a:t>
            </a:r>
            <a:r>
              <a:rPr spc="-105" dirty="0"/>
              <a:t>Express.js</a:t>
            </a:r>
            <a:endParaRPr sz="4900"/>
          </a:p>
          <a:p>
            <a:pPr marL="615950" marR="416559" indent="3175">
              <a:lnSpc>
                <a:spcPct val="102899"/>
              </a:lnSpc>
              <a:spcBef>
                <a:spcPts val="55"/>
              </a:spcBef>
            </a:pPr>
            <a:r>
              <a:rPr sz="1750" b="0" spc="-105" dirty="0">
                <a:latin typeface="Arial"/>
                <a:cs typeface="Arial"/>
              </a:rPr>
              <a:t>Creating</a:t>
            </a:r>
            <a:r>
              <a:rPr sz="1750" b="0" spc="-20" dirty="0">
                <a:latin typeface="Arial"/>
                <a:cs typeface="Arial"/>
              </a:rPr>
              <a:t> </a:t>
            </a:r>
            <a:r>
              <a:rPr sz="1750" b="0" spc="-150" dirty="0">
                <a:latin typeface="Arial"/>
                <a:cs typeface="Arial"/>
              </a:rPr>
              <a:t>RESTful</a:t>
            </a:r>
            <a:r>
              <a:rPr sz="1750" b="0" spc="65" dirty="0">
                <a:latin typeface="Arial"/>
                <a:cs typeface="Arial"/>
              </a:rPr>
              <a:t> </a:t>
            </a:r>
            <a:r>
              <a:rPr sz="1750" b="0" spc="-80" dirty="0">
                <a:latin typeface="Arial"/>
                <a:cs typeface="Arial"/>
              </a:rPr>
              <a:t>APls</a:t>
            </a:r>
            <a:r>
              <a:rPr sz="1750" b="0" spc="-40" dirty="0">
                <a:latin typeface="Arial"/>
                <a:cs typeface="Arial"/>
              </a:rPr>
              <a:t> </a:t>
            </a:r>
            <a:r>
              <a:rPr sz="1750" b="0" spc="-25" dirty="0">
                <a:latin typeface="Arial"/>
                <a:cs typeface="Arial"/>
              </a:rPr>
              <a:t>for </a:t>
            </a:r>
            <a:r>
              <a:rPr sz="1750" b="0" spc="-60" dirty="0">
                <a:latin typeface="Arial"/>
                <a:cs typeface="Arial"/>
              </a:rPr>
              <a:t>authentication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00" dirty="0">
                <a:latin typeface="Arial"/>
                <a:cs typeface="Arial"/>
              </a:rPr>
              <a:t> </a:t>
            </a:r>
            <a:r>
              <a:rPr sz="1750" b="0" spc="-45" dirty="0">
                <a:latin typeface="Arial"/>
                <a:cs typeface="Arial"/>
              </a:rPr>
              <a:t>payments</a:t>
            </a:r>
            <a:r>
              <a:rPr sz="1750" b="0" spc="-45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  <a:p>
            <a:pPr marL="12700">
              <a:lnSpc>
                <a:spcPts val="7630"/>
              </a:lnSpc>
            </a:pPr>
            <a:r>
              <a:rPr sz="6900" dirty="0">
                <a:solidFill>
                  <a:srgbClr val="B17C6D"/>
                </a:solidFill>
              </a:rPr>
              <a:t>e</a:t>
            </a:r>
            <a:r>
              <a:rPr sz="6900" spc="-30" dirty="0">
                <a:solidFill>
                  <a:srgbClr val="B17C6D"/>
                </a:solidFill>
              </a:rPr>
              <a:t> </a:t>
            </a:r>
            <a:r>
              <a:rPr spc="-70" dirty="0"/>
              <a:t>Node.js</a:t>
            </a:r>
            <a:endParaRPr sz="6900"/>
          </a:p>
          <a:p>
            <a:pPr marL="619760">
              <a:lnSpc>
                <a:spcPts val="1960"/>
              </a:lnSpc>
            </a:pPr>
            <a:r>
              <a:rPr sz="1750" b="0" spc="-125" dirty="0">
                <a:latin typeface="Arial"/>
                <a:cs typeface="Arial"/>
              </a:rPr>
              <a:t>Core</a:t>
            </a:r>
            <a:r>
              <a:rPr sz="1750" b="0" spc="-95" dirty="0">
                <a:latin typeface="Arial"/>
                <a:cs typeface="Arial"/>
              </a:rPr>
              <a:t> </a:t>
            </a:r>
            <a:r>
              <a:rPr sz="1750" b="0" spc="-55" dirty="0">
                <a:latin typeface="Arial"/>
                <a:cs typeface="Arial"/>
              </a:rPr>
              <a:t>logic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5" dirty="0">
                <a:latin typeface="Arial"/>
                <a:cs typeface="Arial"/>
              </a:rPr>
              <a:t>handler</a:t>
            </a:r>
            <a:r>
              <a:rPr sz="1750" b="0" spc="15" dirty="0">
                <a:latin typeface="Arial"/>
                <a:cs typeface="Arial"/>
              </a:rPr>
              <a:t> </a:t>
            </a:r>
            <a:r>
              <a:rPr sz="1750" b="0" spc="-20" dirty="0">
                <a:latin typeface="Arial"/>
                <a:cs typeface="Arial"/>
              </a:rPr>
              <a:t>for</a:t>
            </a:r>
            <a:r>
              <a:rPr sz="1750" b="0" spc="-105" dirty="0">
                <a:latin typeface="Arial"/>
                <a:cs typeface="Arial"/>
              </a:rPr>
              <a:t> </a:t>
            </a:r>
            <a:r>
              <a:rPr sz="1750" b="0" spc="-50" dirty="0">
                <a:latin typeface="Arial"/>
                <a:cs typeface="Arial"/>
              </a:rPr>
              <a:t>coordinating</a:t>
            </a:r>
            <a:endParaRPr sz="1750">
              <a:latin typeface="Arial"/>
              <a:cs typeface="Arial"/>
            </a:endParaRPr>
          </a:p>
          <a:p>
            <a:pPr marL="615315">
              <a:lnSpc>
                <a:spcPct val="100000"/>
              </a:lnSpc>
              <a:spcBef>
                <a:spcPts val="110"/>
              </a:spcBef>
            </a:pPr>
            <a:r>
              <a:rPr sz="1750" b="0" spc="-60" dirty="0">
                <a:latin typeface="Arial"/>
                <a:cs typeface="Arial"/>
              </a:rPr>
              <a:t>frontend</a:t>
            </a:r>
            <a:r>
              <a:rPr sz="1750" b="0" spc="-30" dirty="0">
                <a:latin typeface="Arial"/>
                <a:cs typeface="Arial"/>
              </a:rPr>
              <a:t> </a:t>
            </a:r>
            <a:r>
              <a:rPr sz="1750" b="0" spc="-90" dirty="0">
                <a:latin typeface="Arial"/>
                <a:cs typeface="Arial"/>
              </a:rPr>
              <a:t>and</a:t>
            </a:r>
            <a:r>
              <a:rPr sz="1750" b="0" spc="-160" dirty="0">
                <a:latin typeface="Arial"/>
                <a:cs typeface="Arial"/>
              </a:rPr>
              <a:t> </a:t>
            </a:r>
            <a:r>
              <a:rPr sz="1750" b="0" spc="-10" dirty="0">
                <a:latin typeface="Arial"/>
                <a:cs typeface="Arial"/>
              </a:rPr>
              <a:t>database</a:t>
            </a:r>
            <a:r>
              <a:rPr sz="1750" b="0" spc="-10" dirty="0">
                <a:solidFill>
                  <a:srgbClr val="231D1C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77" y="2663266"/>
            <a:ext cx="1718680" cy="1271435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780734" y="3038005"/>
            <a:ext cx="778777" cy="21413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570655" y="1766568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8586692" y="3225374"/>
            <a:ext cx="0" cy="709930"/>
          </a:xfrm>
          <a:custGeom>
            <a:avLst/>
            <a:gdLst/>
            <a:ahLst/>
            <a:cxnLst/>
            <a:rect l="l" t="t" r="r" b="b"/>
            <a:pathLst>
              <a:path h="709929">
                <a:moveTo>
                  <a:pt x="0" y="70932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7989182" y="1766568"/>
            <a:ext cx="617855" cy="615950"/>
          </a:xfrm>
          <a:custGeom>
            <a:avLst/>
            <a:gdLst/>
            <a:ahLst/>
            <a:cxnLst/>
            <a:rect l="l" t="t" r="r" b="b"/>
            <a:pathLst>
              <a:path w="617854" h="615950">
                <a:moveTo>
                  <a:pt x="597509" y="615642"/>
                </a:moveTo>
                <a:lnTo>
                  <a:pt x="597509" y="0"/>
                </a:lnTo>
              </a:path>
              <a:path w="617854" h="615950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563942" y="1766568"/>
            <a:ext cx="617855" cy="0"/>
          </a:xfrm>
          <a:custGeom>
            <a:avLst/>
            <a:gdLst/>
            <a:ahLst/>
            <a:cxnLst/>
            <a:rect l="l" t="t" r="r" b="b"/>
            <a:pathLst>
              <a:path w="617855">
                <a:moveTo>
                  <a:pt x="0" y="0"/>
                </a:moveTo>
                <a:lnTo>
                  <a:pt x="61765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7693783" y="3914625"/>
            <a:ext cx="913130" cy="0"/>
          </a:xfrm>
          <a:custGeom>
            <a:avLst/>
            <a:gdLst/>
            <a:ahLst/>
            <a:cxnLst/>
            <a:rect l="l" t="t" r="r" b="b"/>
            <a:pathLst>
              <a:path w="913129">
                <a:moveTo>
                  <a:pt x="0" y="0"/>
                </a:moveTo>
                <a:lnTo>
                  <a:pt x="9130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651218" y="1846870"/>
            <a:ext cx="2665730" cy="515620"/>
          </a:xfrm>
          <a:custGeom>
            <a:avLst/>
            <a:gdLst/>
            <a:ahLst/>
            <a:cxnLst/>
            <a:rect l="l" t="t" r="r" b="b"/>
            <a:pathLst>
              <a:path w="2665729" h="515619">
                <a:moveTo>
                  <a:pt x="0" y="508574"/>
                </a:moveTo>
                <a:lnTo>
                  <a:pt x="516947" y="508574"/>
                </a:lnTo>
              </a:path>
              <a:path w="2665729" h="515619">
                <a:moveTo>
                  <a:pt x="510233" y="515265"/>
                </a:moveTo>
                <a:lnTo>
                  <a:pt x="510233" y="0"/>
                </a:lnTo>
              </a:path>
              <a:path w="2665729" h="515619">
                <a:moveTo>
                  <a:pt x="503519" y="100376"/>
                </a:moveTo>
                <a:lnTo>
                  <a:pt x="2665297" y="100376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7975755" y="1846870"/>
            <a:ext cx="550545" cy="595630"/>
          </a:xfrm>
          <a:custGeom>
            <a:avLst/>
            <a:gdLst/>
            <a:ahLst/>
            <a:cxnLst/>
            <a:rect l="l" t="t" r="r" b="b"/>
            <a:pathLst>
              <a:path w="550545" h="595630">
                <a:moveTo>
                  <a:pt x="6712" y="595566"/>
                </a:moveTo>
                <a:lnTo>
                  <a:pt x="6712" y="0"/>
                </a:lnTo>
              </a:path>
              <a:path w="550545" h="595630">
                <a:moveTo>
                  <a:pt x="0" y="508574"/>
                </a:moveTo>
                <a:lnTo>
                  <a:pt x="550515" y="508574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3309803" y="1940554"/>
            <a:ext cx="443230" cy="1813560"/>
          </a:xfrm>
          <a:custGeom>
            <a:avLst/>
            <a:gdLst/>
            <a:ahLst/>
            <a:cxnLst/>
            <a:rect l="l" t="t" r="r" b="b"/>
            <a:pathLst>
              <a:path w="443229" h="1813560">
                <a:moveTo>
                  <a:pt x="6712" y="1813469"/>
                </a:moveTo>
                <a:lnTo>
                  <a:pt x="6712" y="0"/>
                </a:lnTo>
              </a:path>
              <a:path w="443229" h="1813560">
                <a:moveTo>
                  <a:pt x="0" y="113761"/>
                </a:moveTo>
                <a:lnTo>
                  <a:pt x="443097" y="113761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827403" y="1947246"/>
            <a:ext cx="0" cy="1800225"/>
          </a:xfrm>
          <a:custGeom>
            <a:avLst/>
            <a:gdLst/>
            <a:ahLst/>
            <a:cxnLst/>
            <a:rect l="l" t="t" r="r" b="b"/>
            <a:pathLst>
              <a:path h="1800225">
                <a:moveTo>
                  <a:pt x="0" y="18000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1154738" y="2121231"/>
            <a:ext cx="2168525" cy="0"/>
          </a:xfrm>
          <a:custGeom>
            <a:avLst/>
            <a:gdLst/>
            <a:ahLst/>
            <a:cxnLst/>
            <a:rect l="l" t="t" r="r" b="b"/>
            <a:pathLst>
              <a:path w="2168525">
                <a:moveTo>
                  <a:pt x="0" y="0"/>
                </a:moveTo>
                <a:lnTo>
                  <a:pt x="216849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309803" y="2268451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646462" y="2114540"/>
            <a:ext cx="0" cy="1519555"/>
          </a:xfrm>
          <a:custGeom>
            <a:avLst/>
            <a:gdLst/>
            <a:ahLst/>
            <a:cxnLst/>
            <a:rect l="l" t="t" r="r" b="b"/>
            <a:pathLst>
              <a:path h="1519554">
                <a:moveTo>
                  <a:pt x="0" y="151903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1530700" y="2268451"/>
            <a:ext cx="1664970" cy="655955"/>
            <a:chOff x="1530700" y="2268451"/>
            <a:chExt cx="1664970" cy="655955"/>
          </a:xfrm>
        </p:grpSpPr>
        <p:sp>
          <p:nvSpPr>
            <p:cNvPr id="17" name="object 17"/>
            <p:cNvSpPr/>
            <p:nvPr/>
          </p:nvSpPr>
          <p:spPr>
            <a:xfrm>
              <a:off x="1537414" y="2268451"/>
              <a:ext cx="0" cy="655955"/>
            </a:xfrm>
            <a:custGeom>
              <a:avLst/>
              <a:gdLst/>
              <a:ahLst/>
              <a:cxnLst/>
              <a:rect l="l" t="t" r="r" b="b"/>
              <a:pathLst>
                <a:path h="655955">
                  <a:moveTo>
                    <a:pt x="0" y="655792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1530700" y="2442436"/>
              <a:ext cx="1664970" cy="0"/>
            </a:xfrm>
            <a:custGeom>
              <a:avLst/>
              <a:gdLst/>
              <a:ahLst/>
              <a:cxnLst/>
              <a:rect l="l" t="t" r="r" b="b"/>
              <a:pathLst>
                <a:path w="1664970">
                  <a:moveTo>
                    <a:pt x="0" y="0"/>
                  </a:moveTo>
                  <a:lnTo>
                    <a:pt x="1664972" y="0"/>
                  </a:lnTo>
                </a:path>
              </a:pathLst>
            </a:custGeom>
            <a:ln w="6691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9" name="object 19"/>
          <p:cNvSpPr/>
          <p:nvPr/>
        </p:nvSpPr>
        <p:spPr>
          <a:xfrm>
            <a:off x="3752901" y="226175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785490" y="2348751"/>
            <a:ext cx="0" cy="1398905"/>
          </a:xfrm>
          <a:custGeom>
            <a:avLst/>
            <a:gdLst/>
            <a:ahLst/>
            <a:cxnLst/>
            <a:rect l="l" t="t" r="r" b="b"/>
            <a:pathLst>
              <a:path h="1398904">
                <a:moveTo>
                  <a:pt x="0" y="13985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8371857" y="2348751"/>
            <a:ext cx="0" cy="890269"/>
          </a:xfrm>
          <a:custGeom>
            <a:avLst/>
            <a:gdLst/>
            <a:ahLst/>
            <a:cxnLst/>
            <a:rect l="l" t="t" r="r" b="b"/>
            <a:pathLst>
              <a:path h="890269">
                <a:moveTo>
                  <a:pt x="0" y="89000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778777" y="2656573"/>
            <a:ext cx="1685289" cy="0"/>
          </a:xfrm>
          <a:custGeom>
            <a:avLst/>
            <a:gdLst/>
            <a:ahLst/>
            <a:cxnLst/>
            <a:rect l="l" t="t" r="r" b="b"/>
            <a:pathLst>
              <a:path w="1685289">
                <a:moveTo>
                  <a:pt x="0" y="0"/>
                </a:moveTo>
                <a:lnTo>
                  <a:pt x="1685113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7982467" y="2656573"/>
            <a:ext cx="396240" cy="0"/>
          </a:xfrm>
          <a:custGeom>
            <a:avLst/>
            <a:gdLst/>
            <a:ahLst/>
            <a:cxnLst/>
            <a:rect l="l" t="t" r="r" b="b"/>
            <a:pathLst>
              <a:path w="396240">
                <a:moveTo>
                  <a:pt x="0" y="0"/>
                </a:moveTo>
                <a:lnTo>
                  <a:pt x="39610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1530700" y="2736874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2463890" y="2736874"/>
            <a:ext cx="732155" cy="0"/>
          </a:xfrm>
          <a:custGeom>
            <a:avLst/>
            <a:gdLst/>
            <a:ahLst/>
            <a:cxnLst/>
            <a:rect l="l" t="t" r="r" b="b"/>
            <a:pathLst>
              <a:path w="732155">
                <a:moveTo>
                  <a:pt x="0" y="0"/>
                </a:moveTo>
                <a:lnTo>
                  <a:pt x="73178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778777" y="2803792"/>
            <a:ext cx="765810" cy="0"/>
          </a:xfrm>
          <a:custGeom>
            <a:avLst/>
            <a:gdLst/>
            <a:ahLst/>
            <a:cxnLst/>
            <a:rect l="l" t="t" r="r" b="b"/>
            <a:pathLst>
              <a:path w="765810">
                <a:moveTo>
                  <a:pt x="0" y="0"/>
                </a:moveTo>
                <a:lnTo>
                  <a:pt x="76535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2369899" y="2730182"/>
            <a:ext cx="0" cy="140970"/>
          </a:xfrm>
          <a:custGeom>
            <a:avLst/>
            <a:gdLst/>
            <a:ahLst/>
            <a:cxnLst/>
            <a:rect l="l" t="t" r="r" b="b"/>
            <a:pathLst>
              <a:path h="140969">
                <a:moveTo>
                  <a:pt x="0" y="14052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463890" y="2736874"/>
            <a:ext cx="0" cy="897255"/>
          </a:xfrm>
          <a:custGeom>
            <a:avLst/>
            <a:gdLst/>
            <a:ahLst/>
            <a:cxnLst/>
            <a:rect l="l" t="t" r="r" b="b"/>
            <a:pathLst>
              <a:path h="897254">
                <a:moveTo>
                  <a:pt x="0" y="896695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3195672" y="2730182"/>
            <a:ext cx="0" cy="910590"/>
          </a:xfrm>
          <a:custGeom>
            <a:avLst/>
            <a:gdLst/>
            <a:ahLst/>
            <a:cxnLst/>
            <a:rect l="l" t="t" r="r" b="b"/>
            <a:pathLst>
              <a:path h="910589">
                <a:moveTo>
                  <a:pt x="0" y="9100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6639748" y="2803792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6639748" y="2870709"/>
            <a:ext cx="1739264" cy="0"/>
          </a:xfrm>
          <a:custGeom>
            <a:avLst/>
            <a:gdLst/>
            <a:ahLst/>
            <a:cxnLst/>
            <a:rect l="l" t="t" r="r" b="b"/>
            <a:pathLst>
              <a:path w="1739265">
                <a:moveTo>
                  <a:pt x="0" y="0"/>
                </a:moveTo>
                <a:lnTo>
                  <a:pt x="1738822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2369899" y="2870709"/>
            <a:ext cx="0" cy="53975"/>
          </a:xfrm>
          <a:custGeom>
            <a:avLst/>
            <a:gdLst/>
            <a:ahLst/>
            <a:cxnLst/>
            <a:rect l="l" t="t" r="r" b="b"/>
            <a:pathLst>
              <a:path h="53975">
                <a:moveTo>
                  <a:pt x="0" y="5353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/>
          <p:nvPr/>
        </p:nvSpPr>
        <p:spPr>
          <a:xfrm>
            <a:off x="3752901" y="2870709"/>
            <a:ext cx="0" cy="542290"/>
          </a:xfrm>
          <a:custGeom>
            <a:avLst/>
            <a:gdLst/>
            <a:ahLst/>
            <a:cxnLst/>
            <a:rect l="l" t="t" r="r" b="b"/>
            <a:pathLst>
              <a:path h="542289">
                <a:moveTo>
                  <a:pt x="0" y="542033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4" name="object 34"/>
          <p:cNvSpPr/>
          <p:nvPr/>
        </p:nvSpPr>
        <p:spPr>
          <a:xfrm>
            <a:off x="5820688" y="2924243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/>
          <p:nvPr/>
        </p:nvSpPr>
        <p:spPr>
          <a:xfrm>
            <a:off x="2369899" y="2924243"/>
            <a:ext cx="0" cy="716280"/>
          </a:xfrm>
          <a:custGeom>
            <a:avLst/>
            <a:gdLst/>
            <a:ahLst/>
            <a:cxnLst/>
            <a:rect l="l" t="t" r="r" b="b"/>
            <a:pathLst>
              <a:path h="716279">
                <a:moveTo>
                  <a:pt x="0" y="71601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/>
          <p:nvPr/>
        </p:nvSpPr>
        <p:spPr>
          <a:xfrm>
            <a:off x="5820688" y="3024620"/>
            <a:ext cx="2558415" cy="0"/>
          </a:xfrm>
          <a:custGeom>
            <a:avLst/>
            <a:gdLst/>
            <a:ahLst/>
            <a:cxnLst/>
            <a:rect l="l" t="t" r="r" b="b"/>
            <a:pathLst>
              <a:path w="2558415">
                <a:moveTo>
                  <a:pt x="0" y="0"/>
                </a:moveTo>
                <a:lnTo>
                  <a:pt x="255788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7" name="object 37"/>
          <p:cNvSpPr/>
          <p:nvPr/>
        </p:nvSpPr>
        <p:spPr>
          <a:xfrm>
            <a:off x="5820688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/>
          <p:nvPr/>
        </p:nvSpPr>
        <p:spPr>
          <a:xfrm>
            <a:off x="7693783" y="3232065"/>
            <a:ext cx="832485" cy="0"/>
          </a:xfrm>
          <a:custGeom>
            <a:avLst/>
            <a:gdLst/>
            <a:ahLst/>
            <a:cxnLst/>
            <a:rect l="l" t="t" r="r" b="b"/>
            <a:pathLst>
              <a:path w="832484">
                <a:moveTo>
                  <a:pt x="0" y="0"/>
                </a:moveTo>
                <a:lnTo>
                  <a:pt x="83248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9" name="object 39"/>
          <p:cNvSpPr/>
          <p:nvPr/>
        </p:nvSpPr>
        <p:spPr>
          <a:xfrm>
            <a:off x="6639748" y="3298983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0" name="object 40"/>
          <p:cNvGrpSpPr/>
          <p:nvPr/>
        </p:nvGrpSpPr>
        <p:grpSpPr>
          <a:xfrm>
            <a:off x="7687069" y="3232065"/>
            <a:ext cx="839469" cy="622935"/>
            <a:chOff x="7687069" y="3232065"/>
            <a:chExt cx="839469" cy="622935"/>
          </a:xfrm>
        </p:grpSpPr>
        <p:sp>
          <p:nvSpPr>
            <p:cNvPr id="41" name="object 41"/>
            <p:cNvSpPr/>
            <p:nvPr/>
          </p:nvSpPr>
          <p:spPr>
            <a:xfrm>
              <a:off x="7693783" y="3232065"/>
              <a:ext cx="0" cy="622935"/>
            </a:xfrm>
            <a:custGeom>
              <a:avLst/>
              <a:gdLst/>
              <a:ahLst/>
              <a:cxnLst/>
              <a:rect l="l" t="t" r="r" b="b"/>
              <a:pathLst>
                <a:path h="622935">
                  <a:moveTo>
                    <a:pt x="0" y="622334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687069" y="3298983"/>
              <a:ext cx="839469" cy="107314"/>
            </a:xfrm>
            <a:custGeom>
              <a:avLst/>
              <a:gdLst/>
              <a:ahLst/>
              <a:cxnLst/>
              <a:rect l="l" t="t" r="r" b="b"/>
              <a:pathLst>
                <a:path w="839470" h="107314">
                  <a:moveTo>
                    <a:pt x="0" y="107067"/>
                  </a:moveTo>
                  <a:lnTo>
                    <a:pt x="684787" y="107067"/>
                  </a:lnTo>
                </a:path>
                <a:path w="839470" h="107314">
                  <a:moveTo>
                    <a:pt x="295398" y="0"/>
                  </a:moveTo>
                  <a:lnTo>
                    <a:pt x="839200" y="0"/>
                  </a:lnTo>
                </a:path>
              </a:pathLst>
            </a:custGeom>
            <a:ln w="670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/>
          <p:nvPr/>
        </p:nvSpPr>
        <p:spPr>
          <a:xfrm>
            <a:off x="1537414" y="3406051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/>
          <p:nvPr/>
        </p:nvSpPr>
        <p:spPr>
          <a:xfrm>
            <a:off x="3309803" y="3406051"/>
            <a:ext cx="450215" cy="0"/>
          </a:xfrm>
          <a:custGeom>
            <a:avLst/>
            <a:gdLst/>
            <a:ahLst/>
            <a:cxnLst/>
            <a:rect l="l" t="t" r="r" b="b"/>
            <a:pathLst>
              <a:path w="450214">
                <a:moveTo>
                  <a:pt x="0" y="0"/>
                </a:moveTo>
                <a:lnTo>
                  <a:pt x="44981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5" name="object 45"/>
          <p:cNvSpPr/>
          <p:nvPr/>
        </p:nvSpPr>
        <p:spPr>
          <a:xfrm>
            <a:off x="6639748" y="3466277"/>
            <a:ext cx="403225" cy="0"/>
          </a:xfrm>
          <a:custGeom>
            <a:avLst/>
            <a:gdLst/>
            <a:ahLst/>
            <a:cxnLst/>
            <a:rect l="l" t="t" r="r" b="b"/>
            <a:pathLst>
              <a:path w="403225">
                <a:moveTo>
                  <a:pt x="0" y="0"/>
                </a:moveTo>
                <a:lnTo>
                  <a:pt x="4028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6" name="object 46"/>
          <p:cNvSpPr/>
          <p:nvPr/>
        </p:nvSpPr>
        <p:spPr>
          <a:xfrm>
            <a:off x="2457177" y="3466277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7" name="object 47"/>
          <p:cNvSpPr/>
          <p:nvPr/>
        </p:nvSpPr>
        <p:spPr>
          <a:xfrm>
            <a:off x="7687069" y="3466277"/>
            <a:ext cx="295910" cy="0"/>
          </a:xfrm>
          <a:custGeom>
            <a:avLst/>
            <a:gdLst/>
            <a:ahLst/>
            <a:cxnLst/>
            <a:rect l="l" t="t" r="r" b="b"/>
            <a:pathLst>
              <a:path w="295909">
                <a:moveTo>
                  <a:pt x="0" y="0"/>
                </a:moveTo>
                <a:lnTo>
                  <a:pt x="2953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1537414" y="3506427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1537414" y="3633570"/>
            <a:ext cx="839469" cy="0"/>
          </a:xfrm>
          <a:custGeom>
            <a:avLst/>
            <a:gdLst/>
            <a:ahLst/>
            <a:cxnLst/>
            <a:rect l="l" t="t" r="r" b="b"/>
            <a:pathLst>
              <a:path w="839469">
                <a:moveTo>
                  <a:pt x="0" y="0"/>
                </a:moveTo>
                <a:lnTo>
                  <a:pt x="839199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2457177" y="3633570"/>
            <a:ext cx="745490" cy="0"/>
          </a:xfrm>
          <a:custGeom>
            <a:avLst/>
            <a:gdLst/>
            <a:ahLst/>
            <a:cxnLst/>
            <a:rect l="l" t="t" r="r" b="b"/>
            <a:pathLst>
              <a:path w="745489">
                <a:moveTo>
                  <a:pt x="0" y="0"/>
                </a:moveTo>
                <a:lnTo>
                  <a:pt x="74520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309803" y="3633570"/>
            <a:ext cx="443230" cy="0"/>
          </a:xfrm>
          <a:custGeom>
            <a:avLst/>
            <a:gdLst/>
            <a:ahLst/>
            <a:cxnLst/>
            <a:rect l="l" t="t" r="r" b="b"/>
            <a:pathLst>
              <a:path w="443229">
                <a:moveTo>
                  <a:pt x="0" y="0"/>
                </a:moveTo>
                <a:lnTo>
                  <a:pt x="44309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1161452" y="3747332"/>
            <a:ext cx="2162175" cy="0"/>
          </a:xfrm>
          <a:custGeom>
            <a:avLst/>
            <a:gdLst/>
            <a:ahLst/>
            <a:cxnLst/>
            <a:rect l="l" t="t" r="r" b="b"/>
            <a:pathLst>
              <a:path w="2162175">
                <a:moveTo>
                  <a:pt x="0" y="0"/>
                </a:moveTo>
                <a:lnTo>
                  <a:pt x="216177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5820688" y="3747332"/>
            <a:ext cx="1880235" cy="0"/>
          </a:xfrm>
          <a:custGeom>
            <a:avLst/>
            <a:gdLst/>
            <a:ahLst/>
            <a:cxnLst/>
            <a:rect l="l" t="t" r="r" b="b"/>
            <a:pathLst>
              <a:path w="1880234">
                <a:moveTo>
                  <a:pt x="0" y="0"/>
                </a:moveTo>
                <a:lnTo>
                  <a:pt x="1879807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387971" y="316161"/>
            <a:ext cx="4591050" cy="83566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5300" b="1" spc="-434" dirty="0">
                <a:solidFill>
                  <a:srgbClr val="010101"/>
                </a:solidFill>
                <a:latin typeface="Times New Roman"/>
                <a:cs typeface="Times New Roman"/>
              </a:rPr>
              <a:t>Frontend:</a:t>
            </a:r>
            <a:r>
              <a:rPr sz="5300" b="1" spc="-10" dirty="0">
                <a:solidFill>
                  <a:srgbClr val="010101"/>
                </a:solidFill>
                <a:latin typeface="Times New Roman"/>
                <a:cs typeface="Times New Roman"/>
              </a:rPr>
              <a:t> </a:t>
            </a:r>
            <a:r>
              <a:rPr sz="5300" b="1" spc="-355" dirty="0">
                <a:solidFill>
                  <a:srgbClr val="010101"/>
                </a:solidFill>
                <a:latin typeface="Times New Roman"/>
                <a:cs typeface="Times New Roman"/>
              </a:rPr>
              <a:t>React.js</a:t>
            </a:r>
            <a:endParaRPr sz="5300">
              <a:latin typeface="Times New Roman"/>
              <a:cs typeface="Times New Roman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93004" y="1203796"/>
            <a:ext cx="663829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Building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10101"/>
                </a:solidFill>
                <a:latin typeface="Arial"/>
                <a:cs typeface="Arial"/>
              </a:rPr>
              <a:t>interactive</a:t>
            </a:r>
            <a:r>
              <a:rPr sz="1850" spc="-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UI</a:t>
            </a:r>
            <a:r>
              <a:rPr sz="1850" spc="-7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80" dirty="0">
                <a:solidFill>
                  <a:srgbClr val="010101"/>
                </a:solidFill>
                <a:latin typeface="Arial"/>
                <a:cs typeface="Arial"/>
              </a:rPr>
              <a:t>for</a:t>
            </a:r>
            <a:r>
              <a:rPr sz="1850" spc="-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10101"/>
                </a:solidFill>
                <a:latin typeface="Arial"/>
                <a:cs typeface="Arial"/>
              </a:rPr>
              <a:t>destination</a:t>
            </a:r>
            <a:r>
              <a:rPr sz="1850" spc="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850" spc="-100" dirty="0">
                <a:solidFill>
                  <a:srgbClr val="1C150F"/>
                </a:solidFill>
                <a:latin typeface="Arial"/>
                <a:cs typeface="Arial"/>
              </a:rPr>
              <a:t>x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ploration</a:t>
            </a:r>
            <a:r>
              <a:rPr sz="1850" spc="-29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850" spc="-1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profile</a:t>
            </a:r>
            <a:r>
              <a:rPr sz="1850" spc="-11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850" spc="-100" dirty="0">
                <a:solidFill>
                  <a:srgbClr val="010101"/>
                </a:solidFill>
                <a:latin typeface="Arial"/>
                <a:cs typeface="Arial"/>
              </a:rPr>
              <a:t>management.</a:t>
            </a:r>
            <a:endParaRPr sz="1850">
              <a:latin typeface="Arial"/>
              <a:cs typeface="Arial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594114" y="1702194"/>
            <a:ext cx="506095" cy="6978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4400" spc="-1445" dirty="0">
                <a:solidFill>
                  <a:srgbClr val="332821"/>
                </a:solidFill>
                <a:latin typeface="Arial"/>
                <a:cs typeface="Arial"/>
              </a:rPr>
              <a:t>Em</a:t>
            </a:r>
            <a:endParaRPr sz="4400">
              <a:latin typeface="Arial"/>
              <a:cs typeface="Arial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8031401" y="1717389"/>
            <a:ext cx="518159" cy="58356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650" spc="95" dirty="0">
                <a:solidFill>
                  <a:srgbClr val="332821"/>
                </a:solidFill>
                <a:latin typeface="Arial"/>
                <a:cs typeface="Arial"/>
              </a:rPr>
              <a:t>@</a:t>
            </a:r>
            <a:endParaRPr sz="365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5827403" y="1947246"/>
            <a:ext cx="2155190" cy="173990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26034" rIns="0" bIns="0" rtlCol="0">
            <a:spAutoFit/>
          </a:bodyPr>
          <a:lstStyle/>
          <a:p>
            <a:pPr marL="68580">
              <a:lnSpc>
                <a:spcPct val="100000"/>
              </a:lnSpc>
              <a:spcBef>
                <a:spcPts val="204"/>
              </a:spcBef>
            </a:pPr>
            <a:r>
              <a:rPr sz="90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9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5827403" y="2121231"/>
            <a:ext cx="819150" cy="80327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46685">
              <a:lnSpc>
                <a:spcPts val="6325"/>
              </a:lnSpc>
            </a:pPr>
            <a:r>
              <a:rPr sz="5550" spc="30" dirty="0">
                <a:solidFill>
                  <a:srgbClr val="332821"/>
                </a:solidFill>
                <a:latin typeface="Arial"/>
                <a:cs typeface="Arial"/>
              </a:rPr>
              <a:t>®</a:t>
            </a:r>
            <a:endParaRPr sz="555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6764023" y="2157937"/>
            <a:ext cx="1151890" cy="463550"/>
          </a:xfrm>
          <a:prstGeom prst="rect">
            <a:avLst/>
          </a:prstGeom>
        </p:spPr>
        <p:txBody>
          <a:bodyPr vert="horz" wrap="square" lIns="0" tIns="711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60"/>
              </a:spcBef>
            </a:pP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Profil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gem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05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150" b="1" spc="-105" dirty="0">
                <a:solidFill>
                  <a:srgbClr val="1C150F"/>
                </a:solidFill>
                <a:latin typeface="Arial"/>
                <a:cs typeface="Arial"/>
              </a:rPr>
              <a:t>t</a:t>
            </a:r>
            <a:endParaRPr sz="115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405"/>
              </a:spcBef>
            </a:pPr>
            <a:r>
              <a:rPr sz="1000" b="1" spc="-120" dirty="0">
                <a:solidFill>
                  <a:srgbClr val="1C150F"/>
                </a:solidFill>
                <a:latin typeface="Arial"/>
                <a:cs typeface="Arial"/>
              </a:rPr>
              <a:t>Personal</a:t>
            </a:r>
            <a:r>
              <a:rPr sz="1000" b="1" spc="-45" dirty="0">
                <a:solidFill>
                  <a:srgbClr val="1C150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In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fo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ma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000" b="1" spc="-10" dirty="0">
                <a:solidFill>
                  <a:srgbClr val="1C150F"/>
                </a:solidFill>
                <a:latin typeface="Arial"/>
                <a:cs typeface="Arial"/>
              </a:rPr>
              <a:t>io</a:t>
            </a:r>
            <a:r>
              <a:rPr sz="1000" b="1" spc="-1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endParaRPr sz="1000">
              <a:latin typeface="Arial"/>
              <a:cs typeface="Arial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1641548" y="2216390"/>
            <a:ext cx="1332230" cy="201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stin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i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on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Ex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plor</a:t>
            </a:r>
            <a:r>
              <a:rPr sz="1150" b="1" spc="-110" dirty="0">
                <a:solidFill>
                  <a:srgbClr val="1C150F"/>
                </a:solidFill>
                <a:latin typeface="Arial"/>
                <a:cs typeface="Arial"/>
              </a:rPr>
              <a:t>a</a:t>
            </a:r>
            <a:r>
              <a:rPr sz="1150" b="1" spc="-110" dirty="0">
                <a:solidFill>
                  <a:srgbClr val="010101"/>
                </a:solidFill>
                <a:latin typeface="Arial"/>
                <a:cs typeface="Arial"/>
              </a:rPr>
              <a:t>tion</a:t>
            </a:r>
            <a:endParaRPr sz="1150">
              <a:latin typeface="Arial"/>
              <a:cs typeface="Arial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870883" y="2469702"/>
            <a:ext cx="359410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Fil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te</a:t>
            </a:r>
            <a:r>
              <a:rPr sz="1000" b="1" spc="-50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000" b="1" spc="-5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endParaRPr sz="1000">
              <a:latin typeface="Arial"/>
              <a:cs typeface="Arial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1635818" y="2444561"/>
            <a:ext cx="71755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50" dirty="0">
                <a:solidFill>
                  <a:srgbClr val="3F3B36"/>
                </a:solidFill>
                <a:latin typeface="Arial"/>
                <a:cs typeface="Arial"/>
              </a:rPr>
              <a:t>(</a:t>
            </a:r>
            <a:endParaRPr sz="1250">
              <a:latin typeface="Arial"/>
              <a:cs typeface="Arial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2777130" y="2451253"/>
            <a:ext cx="468630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u="heavy" spc="204" dirty="0">
                <a:solidFill>
                  <a:srgbClr val="3F3B36"/>
                </a:solidFill>
                <a:uFill>
                  <a:solidFill>
                    <a:srgbClr val="3F3B36"/>
                  </a:solidFill>
                </a:uFill>
                <a:latin typeface="Arial"/>
                <a:cs typeface="Arial"/>
              </a:rPr>
              <a:t>)CS)</a:t>
            </a:r>
            <a:endParaRPr sz="1250">
              <a:latin typeface="Arial"/>
              <a:cs typeface="Arial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5114076" y="2192659"/>
            <a:ext cx="696595" cy="1017905"/>
          </a:xfrm>
          <a:prstGeom prst="rect">
            <a:avLst/>
          </a:prstGeom>
        </p:spPr>
        <p:txBody>
          <a:bodyPr vert="horz" wrap="square" lIns="0" tIns="1371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80"/>
              </a:spcBef>
            </a:pPr>
            <a:r>
              <a:rPr sz="3100" spc="-509" dirty="0">
                <a:solidFill>
                  <a:srgbClr val="332821"/>
                </a:solidFill>
                <a:latin typeface="Arial"/>
                <a:cs typeface="Arial"/>
              </a:rPr>
              <a:t>c=:::&gt;</a:t>
            </a:r>
            <a:endParaRPr sz="3100">
              <a:latin typeface="Arial"/>
              <a:cs typeface="Arial"/>
            </a:endParaRPr>
          </a:p>
          <a:p>
            <a:pPr marL="14604">
              <a:lnSpc>
                <a:spcPct val="100000"/>
              </a:lnSpc>
              <a:spcBef>
                <a:spcPts val="650"/>
              </a:spcBef>
            </a:pPr>
            <a:r>
              <a:rPr sz="2050" spc="114" dirty="0">
                <a:solidFill>
                  <a:srgbClr val="332821"/>
                </a:solidFill>
                <a:latin typeface="Arial"/>
                <a:cs typeface="Arial"/>
              </a:rPr>
              <a:t>¢==1</a:t>
            </a:r>
            <a:endParaRPr sz="2050">
              <a:latin typeface="Arial"/>
              <a:cs typeface="Arial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7409124" y="2605489"/>
            <a:ext cx="1024890" cy="224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84480" algn="l"/>
                <a:tab pos="1011555" algn="l"/>
              </a:tabLst>
            </a:pP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)</a:t>
            </a:r>
            <a:r>
              <a:rPr sz="1300" spc="-114" dirty="0">
                <a:solidFill>
                  <a:srgbClr val="332821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332821"/>
                </a:solidFill>
                <a:latin typeface="Arial"/>
                <a:cs typeface="Arial"/>
              </a:rPr>
              <a:t>(</a:t>
            </a:r>
            <a:r>
              <a:rPr sz="1300" dirty="0">
                <a:solidFill>
                  <a:srgbClr val="332821"/>
                </a:solidFill>
                <a:latin typeface="Arial"/>
                <a:cs typeface="Arial"/>
              </a:rPr>
              <a:t>	</a:t>
            </a:r>
            <a:r>
              <a:rPr sz="1300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1300">
              <a:latin typeface="Arial"/>
              <a:cs typeface="Arial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2400216" y="3144408"/>
            <a:ext cx="204470" cy="3086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850" spc="-390" dirty="0">
                <a:solidFill>
                  <a:srgbClr val="332821"/>
                </a:solidFill>
                <a:latin typeface="Arial"/>
                <a:cs typeface="Arial"/>
              </a:rPr>
              <a:t>�</a:t>
            </a:r>
            <a:endParaRPr sz="1850">
              <a:latin typeface="Arial"/>
              <a:cs typeface="Arial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5957344" y="3113227"/>
            <a:ext cx="2032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95" dirty="0">
                <a:solidFill>
                  <a:srgbClr val="332821"/>
                </a:solidFill>
                <a:latin typeface="Times New Roman"/>
                <a:cs typeface="Times New Roman"/>
              </a:rPr>
              <a:t>=</a:t>
            </a:r>
            <a:endParaRPr sz="2200">
              <a:latin typeface="Times New Roman"/>
              <a:cs typeface="Times New Roman"/>
            </a:endParaRPr>
          </a:p>
        </p:txBody>
      </p:sp>
      <p:sp>
        <p:nvSpPr>
          <p:cNvPr id="69" name="object 69"/>
          <p:cNvSpPr txBox="1"/>
          <p:nvPr/>
        </p:nvSpPr>
        <p:spPr>
          <a:xfrm>
            <a:off x="7724592" y="3236977"/>
            <a:ext cx="18097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b="1" spc="-25" dirty="0">
                <a:solidFill>
                  <a:srgbClr val="332821"/>
                </a:solidFill>
                <a:latin typeface="Arial"/>
                <a:cs typeface="Arial"/>
              </a:rPr>
              <a:t>000</a:t>
            </a:r>
            <a:endParaRPr sz="650">
              <a:latin typeface="Arial"/>
              <a:cs typeface="Arial"/>
            </a:endParaRPr>
          </a:p>
        </p:txBody>
      </p:sp>
      <p:sp>
        <p:nvSpPr>
          <p:cNvPr id="70" name="object 70"/>
          <p:cNvSpPr/>
          <p:nvPr/>
        </p:nvSpPr>
        <p:spPr>
          <a:xfrm>
            <a:off x="7234232" y="3426126"/>
            <a:ext cx="60960" cy="0"/>
          </a:xfrm>
          <a:custGeom>
            <a:avLst/>
            <a:gdLst/>
            <a:ahLst/>
            <a:cxnLst/>
            <a:rect l="l" t="t" r="r" b="b"/>
            <a:pathLst>
              <a:path w="60959">
                <a:moveTo>
                  <a:pt x="0" y="0"/>
                </a:moveTo>
                <a:lnTo>
                  <a:pt x="60422" y="0"/>
                </a:lnTo>
              </a:path>
            </a:pathLst>
          </a:custGeom>
          <a:ln w="12732">
            <a:solidFill>
              <a:srgbClr val="3F3B36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1" name="object 71"/>
          <p:cNvSpPr txBox="1"/>
          <p:nvPr/>
        </p:nvSpPr>
        <p:spPr>
          <a:xfrm>
            <a:off x="8330624" y="3372439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332821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2" name="object 72"/>
          <p:cNvSpPr txBox="1"/>
          <p:nvPr/>
        </p:nvSpPr>
        <p:spPr>
          <a:xfrm>
            <a:off x="6758294" y="3244506"/>
            <a:ext cx="554990" cy="427355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5875">
              <a:lnSpc>
                <a:spcPct val="100000"/>
              </a:lnSpc>
              <a:spcBef>
                <a:spcPts val="180"/>
              </a:spcBef>
              <a:tabLst>
                <a:tab pos="475615" algn="l"/>
              </a:tabLst>
            </a:pPr>
            <a:r>
              <a:rPr sz="1875" baseline="2222" dirty="0">
                <a:solidFill>
                  <a:srgbClr val="3F3B36"/>
                </a:solidFill>
                <a:latin typeface="Times New Roman"/>
                <a:cs typeface="Times New Roman"/>
              </a:rPr>
              <a:t>(	</a:t>
            </a:r>
            <a:r>
              <a:rPr sz="1250" dirty="0">
                <a:solidFill>
                  <a:srgbClr val="3F3B36"/>
                </a:solidFill>
                <a:latin typeface="Arial"/>
                <a:cs typeface="Arial"/>
              </a:rPr>
              <a:t>)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  <a:tabLst>
                <a:tab pos="481965" algn="l"/>
              </a:tabLst>
            </a:pPr>
            <a:r>
              <a:rPr sz="1250" dirty="0">
                <a:solidFill>
                  <a:srgbClr val="332821"/>
                </a:solidFill>
                <a:latin typeface="Arial"/>
                <a:cs typeface="Arial"/>
              </a:rPr>
              <a:t>(	)</a:t>
            </a:r>
            <a:endParaRPr sz="1250">
              <a:latin typeface="Arial"/>
              <a:cs typeface="Arial"/>
            </a:endParaRPr>
          </a:p>
        </p:txBody>
      </p:sp>
      <p:sp>
        <p:nvSpPr>
          <p:cNvPr id="73" name="object 73"/>
          <p:cNvSpPr txBox="1"/>
          <p:nvPr/>
        </p:nvSpPr>
        <p:spPr>
          <a:xfrm>
            <a:off x="2492782" y="3361798"/>
            <a:ext cx="215265" cy="384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50" spc="105" dirty="0">
                <a:solidFill>
                  <a:srgbClr val="1C150F"/>
                </a:solidFill>
                <a:latin typeface="Times New Roman"/>
                <a:cs typeface="Times New Roman"/>
              </a:rPr>
              <a:t>=</a:t>
            </a:r>
            <a:endParaRPr sz="2350">
              <a:latin typeface="Times New Roman"/>
              <a:cs typeface="Times New Roman"/>
            </a:endParaRPr>
          </a:p>
        </p:txBody>
      </p:sp>
      <p:sp>
        <p:nvSpPr>
          <p:cNvPr id="74" name="object 74"/>
          <p:cNvSpPr txBox="1"/>
          <p:nvPr/>
        </p:nvSpPr>
        <p:spPr>
          <a:xfrm>
            <a:off x="7674369" y="3492891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5" name="object 75"/>
          <p:cNvSpPr txBox="1"/>
          <p:nvPr/>
        </p:nvSpPr>
        <p:spPr>
          <a:xfrm>
            <a:off x="8330624" y="3606651"/>
            <a:ext cx="11874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25" dirty="0">
                <a:solidFill>
                  <a:srgbClr val="1C150F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  <p:sp>
        <p:nvSpPr>
          <p:cNvPr id="76" name="object 76"/>
          <p:cNvSpPr txBox="1"/>
          <p:nvPr/>
        </p:nvSpPr>
        <p:spPr>
          <a:xfrm>
            <a:off x="7674369" y="3727103"/>
            <a:ext cx="864869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668655" algn="l"/>
              </a:tabLst>
            </a:pPr>
            <a:r>
              <a:rPr sz="900" b="1" u="heavy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r>
              <a:rPr sz="900" b="1" u="heavy" spc="25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</a:t>
            </a:r>
            <a:r>
              <a:rPr sz="900" b="1" u="heavy" spc="500" dirty="0">
                <a:solidFill>
                  <a:srgbClr val="332821"/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</a:t>
            </a:r>
            <a:endParaRPr sz="900">
              <a:latin typeface="Arial"/>
              <a:cs typeface="Arial"/>
            </a:endParaRPr>
          </a:p>
        </p:txBody>
      </p:sp>
      <p:sp>
        <p:nvSpPr>
          <p:cNvPr id="77" name="object 77"/>
          <p:cNvSpPr txBox="1"/>
          <p:nvPr/>
        </p:nvSpPr>
        <p:spPr>
          <a:xfrm>
            <a:off x="322682" y="4395118"/>
            <a:ext cx="4173854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08965" indent="-570865">
              <a:lnSpc>
                <a:spcPct val="100000"/>
              </a:lnSpc>
              <a:spcBef>
                <a:spcPts val="105"/>
              </a:spcBef>
              <a:buClr>
                <a:srgbClr val="B17C6D"/>
              </a:buClr>
              <a:buSzPts val="7200"/>
              <a:buChar char="•"/>
              <a:tabLst>
                <a:tab pos="608965" algn="l"/>
                <a:tab pos="2266950" algn="l"/>
                <a:tab pos="3347085" algn="l"/>
                <a:tab pos="3757929" algn="l"/>
              </a:tabLst>
            </a:pP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dynami</a:t>
            </a:r>
            <a:r>
              <a:rPr sz="1750" spc="-6655" dirty="0">
                <a:solidFill>
                  <a:srgbClr val="010101"/>
                </a:solidFill>
                <a:latin typeface="Arial"/>
                <a:cs typeface="Arial"/>
              </a:rPr>
              <a:t>c</a:t>
            </a:r>
            <a:r>
              <a:rPr sz="2625" spc="-195" baseline="66666" dirty="0">
                <a:solidFill>
                  <a:srgbClr val="010101"/>
                </a:solidFill>
                <a:latin typeface="Arial"/>
                <a:cs typeface="Arial"/>
              </a:rPr>
              <a:t>Component-</a:t>
            </a:r>
            <a:r>
              <a:rPr sz="2625" spc="-75" baseline="66666" dirty="0">
                <a:solidFill>
                  <a:srgbClr val="010101"/>
                </a:solidFill>
                <a:latin typeface="Arial"/>
                <a:cs typeface="Arial"/>
              </a:rPr>
              <a:t>base</a:t>
            </a:r>
            <a:r>
              <a:rPr sz="2625" spc="-6240" baseline="66666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responsiv</a:t>
            </a:r>
            <a:r>
              <a:rPr sz="1750" spc="-11900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50" dirty="0">
                <a:solidFill>
                  <a:srgbClr val="010101"/>
                </a:solidFill>
                <a:latin typeface="Arial"/>
                <a:cs typeface="Arial"/>
              </a:rPr>
              <a:t>an</a:t>
            </a:r>
            <a:r>
              <a:rPr sz="1750" spc="-40" dirty="0">
                <a:solidFill>
                  <a:srgbClr val="010101"/>
                </a:solidFill>
                <a:latin typeface="Arial"/>
                <a:cs typeface="Arial"/>
              </a:rPr>
              <a:t>d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2625" spc="-750" baseline="66666" dirty="0">
                <a:solidFill>
                  <a:srgbClr val="010101"/>
                </a:solidFill>
                <a:latin typeface="Arial"/>
                <a:cs typeface="Arial"/>
              </a:rPr>
              <a:t>architectur</a:t>
            </a:r>
            <a:r>
              <a:rPr sz="2625" spc="-1582" baseline="66666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1750" spc="-1850" dirty="0">
                <a:solidFill>
                  <a:srgbClr val="010101"/>
                </a:solidFill>
                <a:latin typeface="Arial"/>
                <a:cs typeface="Arial"/>
              </a:rPr>
              <a:t>n</a:t>
            </a:r>
            <a:r>
              <a:rPr sz="1750" spc="-4485" dirty="0">
                <a:solidFill>
                  <a:srgbClr val="010101"/>
                </a:solidFill>
                <a:latin typeface="Arial"/>
                <a:cs typeface="Arial"/>
              </a:rPr>
              <a:t>i</a:t>
            </a:r>
            <a:r>
              <a:rPr sz="1750" spc="-505" dirty="0">
                <a:solidFill>
                  <a:srgbClr val="010101"/>
                </a:solidFill>
                <a:latin typeface="Arial"/>
                <a:cs typeface="Arial"/>
              </a:rPr>
              <a:t>user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</a:t>
            </a:r>
            <a:r>
              <a:rPr sz="1750" spc="65" dirty="0">
                <a:solidFill>
                  <a:srgbClr val="010101"/>
                </a:solidFill>
                <a:latin typeface="Arial"/>
                <a:cs typeface="Arial"/>
              </a:rPr>
              <a:t>t</a:t>
            </a:r>
            <a:r>
              <a:rPr sz="1750" spc="-1335" dirty="0">
                <a:solidFill>
                  <a:srgbClr val="010101"/>
                </a:solidFill>
                <a:latin typeface="Arial"/>
                <a:cs typeface="Arial"/>
              </a:rPr>
              <a:t>e</a:t>
            </a:r>
            <a:r>
              <a:rPr sz="2625" spc="112" baseline="66666" dirty="0">
                <a:solidFill>
                  <a:srgbClr val="010101"/>
                </a:solidFill>
                <a:latin typeface="Arial"/>
                <a:cs typeface="Arial"/>
              </a:rPr>
              <a:t>fo</a:t>
            </a:r>
            <a:r>
              <a:rPr sz="2625" spc="-82" baseline="66666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spc="65" dirty="0">
                <a:solidFill>
                  <a:srgbClr val="1C150F"/>
                </a:solidFill>
                <a:latin typeface="Arial"/>
                <a:cs typeface="Arial"/>
              </a:rPr>
              <a:t>f</a:t>
            </a:r>
            <a:r>
              <a:rPr sz="1750" spc="-1980" dirty="0">
                <a:solidFill>
                  <a:srgbClr val="010101"/>
                </a:solidFill>
                <a:latin typeface="Arial"/>
                <a:cs typeface="Arial"/>
              </a:rPr>
              <a:t>a</a:t>
            </a:r>
            <a:r>
              <a:rPr sz="1750" spc="75" dirty="0">
                <a:solidFill>
                  <a:srgbClr val="010101"/>
                </a:solidFill>
                <a:latin typeface="Arial"/>
                <a:cs typeface="Arial"/>
              </a:rPr>
              <a:t>r</a:t>
            </a:r>
            <a:r>
              <a:rPr sz="1750" dirty="0">
                <a:solidFill>
                  <a:srgbClr val="010101"/>
                </a:solidFill>
                <a:latin typeface="Arial"/>
                <a:cs typeface="Arial"/>
              </a:rPr>
              <a:t>		</a:t>
            </a:r>
            <a:r>
              <a:rPr sz="1750" spc="-2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20" dirty="0">
                <a:solidFill>
                  <a:srgbClr val="010101"/>
                </a:solidFill>
                <a:latin typeface="Arial"/>
                <a:cs typeface="Arial"/>
              </a:rPr>
              <a:t>es</a:t>
            </a:r>
            <a:r>
              <a:rPr sz="1750" spc="-2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 dirty="0">
              <a:latin typeface="Arial"/>
              <a:cs typeface="Arial"/>
            </a:endParaRPr>
          </a:p>
        </p:txBody>
      </p:sp>
      <p:sp>
        <p:nvSpPr>
          <p:cNvPr id="78" name="object 78"/>
          <p:cNvSpPr txBox="1"/>
          <p:nvPr/>
        </p:nvSpPr>
        <p:spPr>
          <a:xfrm>
            <a:off x="4678353" y="3908617"/>
            <a:ext cx="321945" cy="1125855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7200" spc="-140" dirty="0">
                <a:solidFill>
                  <a:srgbClr val="B17C6D"/>
                </a:solidFill>
                <a:latin typeface="Arial"/>
                <a:cs typeface="Arial"/>
              </a:rPr>
              <a:t>•</a:t>
            </a:r>
            <a:endParaRPr sz="7200">
              <a:latin typeface="Arial"/>
              <a:cs typeface="Arial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5246527" y="4127447"/>
            <a:ext cx="3453765" cy="5607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6510" marR="5080" indent="-4445">
              <a:lnSpc>
                <a:spcPct val="100000"/>
              </a:lnSpc>
              <a:spcBef>
                <a:spcPts val="105"/>
              </a:spcBef>
            </a:pP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Effi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c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ient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0" dirty="0">
                <a:solidFill>
                  <a:srgbClr val="1C150F"/>
                </a:solidFill>
                <a:latin typeface="Arial"/>
                <a:cs typeface="Arial"/>
              </a:rPr>
              <a:t>s</a:t>
            </a:r>
            <a:r>
              <a:rPr sz="1750" spc="-90" dirty="0">
                <a:solidFill>
                  <a:srgbClr val="010101"/>
                </a:solidFill>
                <a:latin typeface="Arial"/>
                <a:cs typeface="Arial"/>
              </a:rPr>
              <a:t>tatemanagement</a:t>
            </a:r>
            <a:r>
              <a:rPr sz="1750" spc="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25" dirty="0">
                <a:solidFill>
                  <a:srgbClr val="010101"/>
                </a:solidFill>
                <a:latin typeface="Arial"/>
                <a:cs typeface="Arial"/>
              </a:rPr>
              <a:t>for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seamless</a:t>
            </a:r>
            <a:r>
              <a:rPr sz="1750" spc="-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na</a:t>
            </a:r>
            <a:r>
              <a:rPr sz="1750" spc="-75" dirty="0">
                <a:solidFill>
                  <a:srgbClr val="1C150F"/>
                </a:solidFill>
                <a:latin typeface="Arial"/>
                <a:cs typeface="Arial"/>
              </a:rPr>
              <a:t>v</a:t>
            </a:r>
            <a:r>
              <a:rPr sz="1750" spc="-75" dirty="0">
                <a:solidFill>
                  <a:srgbClr val="010101"/>
                </a:solidFill>
                <a:latin typeface="Arial"/>
                <a:cs typeface="Arial"/>
              </a:rPr>
              <a:t>igation</a:t>
            </a:r>
            <a:r>
              <a:rPr sz="1750" spc="-254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120" dirty="0">
                <a:solidFill>
                  <a:srgbClr val="010101"/>
                </a:solidFill>
                <a:latin typeface="Arial"/>
                <a:cs typeface="Arial"/>
              </a:rPr>
              <a:t>and</a:t>
            </a:r>
            <a:r>
              <a:rPr sz="1750" spc="-14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95" dirty="0">
                <a:solidFill>
                  <a:srgbClr val="010101"/>
                </a:solidFill>
                <a:latin typeface="Arial"/>
                <a:cs typeface="Arial"/>
              </a:rPr>
              <a:t>data</a:t>
            </a:r>
            <a:r>
              <a:rPr sz="1750" spc="-8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1750" spc="-70" dirty="0">
                <a:solidFill>
                  <a:srgbClr val="010101"/>
                </a:solidFill>
                <a:latin typeface="Arial"/>
                <a:cs typeface="Arial"/>
              </a:rPr>
              <a:t>updates</a:t>
            </a:r>
            <a:r>
              <a:rPr sz="1750" spc="-70" dirty="0">
                <a:solidFill>
                  <a:srgbClr val="332821"/>
                </a:solidFill>
                <a:latin typeface="Arial"/>
                <a:cs typeface="Arial"/>
              </a:rPr>
              <a:t>.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50136" y="2141307"/>
            <a:ext cx="107417" cy="441656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450136" y="3733948"/>
            <a:ext cx="120844" cy="4951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59993" y="3399360"/>
            <a:ext cx="832486" cy="1191134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859340" y="2556196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067788" y="2542813"/>
            <a:ext cx="0" cy="1231900"/>
          </a:xfrm>
          <a:custGeom>
            <a:avLst/>
            <a:gdLst/>
            <a:ahLst/>
            <a:cxnLst/>
            <a:rect l="l" t="t" r="r" b="b"/>
            <a:pathLst>
              <a:path h="1231900">
                <a:moveTo>
                  <a:pt x="0" y="123128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134924" y="2623114"/>
            <a:ext cx="0" cy="1217930"/>
          </a:xfrm>
          <a:custGeom>
            <a:avLst/>
            <a:gdLst/>
            <a:ahLst/>
            <a:cxnLst/>
            <a:rect l="l" t="t" r="r" b="b"/>
            <a:pathLst>
              <a:path h="1217929">
                <a:moveTo>
                  <a:pt x="0" y="121790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819710" y="1806719"/>
            <a:ext cx="0" cy="749935"/>
          </a:xfrm>
          <a:custGeom>
            <a:avLst/>
            <a:gdLst/>
            <a:ahLst/>
            <a:cxnLst/>
            <a:rect l="l" t="t" r="r" b="b"/>
            <a:pathLst>
              <a:path h="749935">
                <a:moveTo>
                  <a:pt x="0" y="74947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3665624" y="1806719"/>
            <a:ext cx="0" cy="803275"/>
          </a:xfrm>
          <a:custGeom>
            <a:avLst/>
            <a:gdLst/>
            <a:ahLst/>
            <a:cxnLst/>
            <a:rect l="l" t="t" r="r" b="b"/>
            <a:pathLst>
              <a:path h="803275">
                <a:moveTo>
                  <a:pt x="0" y="80301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75961" y="1331603"/>
            <a:ext cx="8405495" cy="0"/>
          </a:xfrm>
          <a:custGeom>
            <a:avLst/>
            <a:gdLst/>
            <a:ahLst/>
            <a:cxnLst/>
            <a:rect l="l" t="t" r="r" b="b"/>
            <a:pathLst>
              <a:path w="8405495">
                <a:moveTo>
                  <a:pt x="0" y="0"/>
                </a:moveTo>
                <a:lnTo>
                  <a:pt x="840542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2806283" y="1813410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1557554" y="2141307"/>
            <a:ext cx="980440" cy="0"/>
          </a:xfrm>
          <a:custGeom>
            <a:avLst/>
            <a:gdLst/>
            <a:ahLst/>
            <a:cxnLst/>
            <a:rect l="l" t="t" r="r" b="b"/>
            <a:pathLst>
              <a:path w="980439">
                <a:moveTo>
                  <a:pt x="0" y="0"/>
                </a:moveTo>
                <a:lnTo>
                  <a:pt x="98018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59340" y="2549505"/>
            <a:ext cx="1222375" cy="0"/>
          </a:xfrm>
          <a:custGeom>
            <a:avLst/>
            <a:gdLst/>
            <a:ahLst/>
            <a:cxnLst/>
            <a:rect l="l" t="t" r="r" b="b"/>
            <a:pathLst>
              <a:path w="1222375">
                <a:moveTo>
                  <a:pt x="0" y="0"/>
                </a:moveTo>
                <a:lnTo>
                  <a:pt x="122187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2806283" y="2562889"/>
            <a:ext cx="899794" cy="0"/>
          </a:xfrm>
          <a:custGeom>
            <a:avLst/>
            <a:gdLst/>
            <a:ahLst/>
            <a:cxnLst/>
            <a:rect l="l" t="t" r="r" b="b"/>
            <a:pathLst>
              <a:path w="899795">
                <a:moveTo>
                  <a:pt x="0" y="0"/>
                </a:moveTo>
                <a:lnTo>
                  <a:pt x="899622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859340" y="3754023"/>
            <a:ext cx="1222375" cy="0"/>
          </a:xfrm>
          <a:custGeom>
            <a:avLst/>
            <a:gdLst/>
            <a:ahLst/>
            <a:cxnLst/>
            <a:rect l="l" t="t" r="r" b="b"/>
            <a:pathLst>
              <a:path w="1222375">
                <a:moveTo>
                  <a:pt x="0" y="0"/>
                </a:moveTo>
                <a:lnTo>
                  <a:pt x="122187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1570981" y="4122070"/>
            <a:ext cx="967105" cy="0"/>
          </a:xfrm>
          <a:custGeom>
            <a:avLst/>
            <a:gdLst/>
            <a:ahLst/>
            <a:cxnLst/>
            <a:rect l="l" t="t" r="r" b="b"/>
            <a:pathLst>
              <a:path w="967105">
                <a:moveTo>
                  <a:pt x="0" y="0"/>
                </a:moveTo>
                <a:lnTo>
                  <a:pt x="966757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11744" rIns="0" bIns="0" rtlCol="0">
            <a:spAutoFit/>
          </a:bodyPr>
          <a:lstStyle/>
          <a:p>
            <a:pPr marL="160655">
              <a:lnSpc>
                <a:spcPct val="100000"/>
              </a:lnSpc>
              <a:spcBef>
                <a:spcPts val="110"/>
              </a:spcBef>
            </a:pPr>
            <a:r>
              <a:rPr sz="5300" spc="-665" dirty="0">
                <a:solidFill>
                  <a:srgbClr val="080503"/>
                </a:solidFill>
              </a:rPr>
              <a:t>Programming</a:t>
            </a:r>
            <a:r>
              <a:rPr sz="5300" spc="140" dirty="0">
                <a:solidFill>
                  <a:srgbClr val="080503"/>
                </a:solidFill>
              </a:rPr>
              <a:t> </a:t>
            </a:r>
            <a:r>
              <a:rPr sz="5300" spc="-645" dirty="0">
                <a:solidFill>
                  <a:srgbClr val="080503"/>
                </a:solidFill>
              </a:rPr>
              <a:t>Language:</a:t>
            </a:r>
            <a:r>
              <a:rPr sz="5300" spc="-120" dirty="0">
                <a:solidFill>
                  <a:srgbClr val="080503"/>
                </a:solidFill>
              </a:rPr>
              <a:t> </a:t>
            </a:r>
            <a:r>
              <a:rPr sz="5300" spc="-625" dirty="0">
                <a:solidFill>
                  <a:srgbClr val="080503"/>
                </a:solidFill>
              </a:rPr>
              <a:t>JavaScript</a:t>
            </a:r>
            <a:endParaRPr sz="5300"/>
          </a:p>
        </p:txBody>
      </p:sp>
      <p:sp>
        <p:nvSpPr>
          <p:cNvPr id="18" name="object 18"/>
          <p:cNvSpPr/>
          <p:nvPr/>
        </p:nvSpPr>
        <p:spPr>
          <a:xfrm>
            <a:off x="2850433" y="2221608"/>
            <a:ext cx="27305" cy="0"/>
          </a:xfrm>
          <a:custGeom>
            <a:avLst/>
            <a:gdLst/>
            <a:ahLst/>
            <a:cxnLst/>
            <a:rect l="l" t="t" r="r" b="b"/>
            <a:pathLst>
              <a:path w="27305">
                <a:moveTo>
                  <a:pt x="0" y="0"/>
                </a:moveTo>
                <a:lnTo>
                  <a:pt x="26853" y="0"/>
                </a:lnTo>
              </a:path>
            </a:pathLst>
          </a:custGeom>
          <a:ln w="12732">
            <a:solidFill>
              <a:srgbClr val="60443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3541933" y="2221608"/>
            <a:ext cx="27305" cy="0"/>
          </a:xfrm>
          <a:custGeom>
            <a:avLst/>
            <a:gdLst/>
            <a:ahLst/>
            <a:cxnLst/>
            <a:rect l="l" t="t" r="r" b="b"/>
            <a:pathLst>
              <a:path w="27304">
                <a:moveTo>
                  <a:pt x="0" y="0"/>
                </a:moveTo>
                <a:lnTo>
                  <a:pt x="26854" y="0"/>
                </a:lnTo>
              </a:path>
            </a:pathLst>
          </a:custGeom>
          <a:ln w="12732">
            <a:solidFill>
              <a:srgbClr val="60443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2849792" y="1804940"/>
            <a:ext cx="802005" cy="760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ts val="730"/>
              </a:lnSpc>
              <a:spcBef>
                <a:spcPts val="100"/>
              </a:spcBef>
            </a:pPr>
            <a:r>
              <a:rPr sz="650" b="1" u="heavy" spc="-25" dirty="0">
                <a:solidFill>
                  <a:srgbClr val="604438"/>
                </a:solidFill>
                <a:uFill>
                  <a:solidFill>
                    <a:srgbClr val="604438"/>
                  </a:solidFill>
                </a:uFill>
                <a:latin typeface="Arial"/>
                <a:cs typeface="Arial"/>
              </a:rPr>
              <a:t>000</a:t>
            </a:r>
            <a:r>
              <a:rPr sz="650" b="1" u="heavy" spc="500" dirty="0">
                <a:solidFill>
                  <a:srgbClr val="604438"/>
                </a:solidFill>
                <a:uFill>
                  <a:solidFill>
                    <a:srgbClr val="604438"/>
                  </a:solidFill>
                </a:uFill>
                <a:latin typeface="Arial"/>
                <a:cs typeface="Arial"/>
              </a:rPr>
              <a:t> </a:t>
            </a:r>
            <a:endParaRPr sz="650">
              <a:latin typeface="Arial"/>
              <a:cs typeface="Arial"/>
            </a:endParaRPr>
          </a:p>
          <a:p>
            <a:pPr marL="635">
              <a:lnSpc>
                <a:spcPts val="2505"/>
              </a:lnSpc>
              <a:tabLst>
                <a:tab pos="691515" algn="l"/>
              </a:tabLst>
            </a:pPr>
            <a:r>
              <a:rPr sz="2500" spc="5" dirty="0">
                <a:solidFill>
                  <a:srgbClr val="604438"/>
                </a:solidFill>
                <a:latin typeface="Arial"/>
                <a:cs typeface="Arial"/>
              </a:rPr>
              <a:t>I</a:t>
            </a:r>
            <a:r>
              <a:rPr sz="2500" dirty="0">
                <a:solidFill>
                  <a:srgbClr val="604438"/>
                </a:solidFill>
                <a:latin typeface="Arial"/>
                <a:cs typeface="Arial"/>
              </a:rPr>
              <a:t>	</a:t>
            </a:r>
            <a:r>
              <a:rPr sz="2500" spc="5" dirty="0">
                <a:solidFill>
                  <a:srgbClr val="604438"/>
                </a:solidFill>
                <a:latin typeface="Arial"/>
                <a:cs typeface="Arial"/>
              </a:rPr>
              <a:t>I</a:t>
            </a:r>
            <a:endParaRPr sz="2500">
              <a:latin typeface="Arial"/>
              <a:cs typeface="Arial"/>
            </a:endParaRPr>
          </a:p>
          <a:p>
            <a:pPr marL="24765">
              <a:lnSpc>
                <a:spcPts val="2555"/>
              </a:lnSpc>
            </a:pPr>
            <a:r>
              <a:rPr sz="2500" spc="110" dirty="0">
                <a:solidFill>
                  <a:srgbClr val="604438"/>
                </a:solidFill>
                <a:latin typeface="Times New Roman"/>
                <a:cs typeface="Times New Roman"/>
              </a:rPr>
              <a:t>D</a:t>
            </a:r>
            <a:endParaRPr sz="2500">
              <a:latin typeface="Times New Roman"/>
              <a:cs typeface="Times New Roman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36157" y="2895743"/>
            <a:ext cx="867410" cy="9118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5800" b="1" spc="-285" dirty="0">
                <a:solidFill>
                  <a:srgbClr val="080503"/>
                </a:solidFill>
                <a:latin typeface="Arial"/>
                <a:cs typeface="Arial"/>
              </a:rPr>
              <a:t>JS</a:t>
            </a:r>
            <a:endParaRPr sz="58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677440" y="2277406"/>
            <a:ext cx="3200400" cy="6553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5240">
              <a:lnSpc>
                <a:spcPts val="2385"/>
              </a:lnSpc>
              <a:spcBef>
                <a:spcPts val="105"/>
              </a:spcBef>
              <a:tabLst>
                <a:tab pos="586740" algn="l"/>
              </a:tabLst>
            </a:pPr>
            <a:r>
              <a:rPr sz="2300" spc="-50" dirty="0">
                <a:solidFill>
                  <a:srgbClr val="AF7B6D"/>
                </a:solidFill>
                <a:latin typeface="Arial"/>
                <a:cs typeface="Arial"/>
              </a:rPr>
              <a:t>A</a:t>
            </a:r>
            <a:r>
              <a:rPr sz="2300" dirty="0">
                <a:solidFill>
                  <a:srgbClr val="AF7B6D"/>
                </a:solidFill>
                <a:latin typeface="Arial"/>
                <a:cs typeface="Arial"/>
              </a:rPr>
              <a:t>	</a:t>
            </a:r>
            <a:r>
              <a:rPr sz="1900" spc="-200" dirty="0">
                <a:solidFill>
                  <a:srgbClr val="080503"/>
                </a:solidFill>
                <a:latin typeface="Arial"/>
                <a:cs typeface="Arial"/>
              </a:rPr>
              <a:t>Used</a:t>
            </a:r>
            <a:r>
              <a:rPr sz="1900" spc="-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across</a:t>
            </a:r>
            <a:r>
              <a:rPr sz="1900" spc="-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10" dirty="0">
                <a:solidFill>
                  <a:srgbClr val="080503"/>
                </a:solidFill>
                <a:latin typeface="Arial"/>
                <a:cs typeface="Arial"/>
              </a:rPr>
              <a:t>the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25" dirty="0">
                <a:solidFill>
                  <a:srgbClr val="080503"/>
                </a:solidFill>
                <a:latin typeface="Arial"/>
                <a:cs typeface="Arial"/>
              </a:rPr>
              <a:t>entire</a:t>
            </a:r>
            <a:r>
              <a:rPr sz="1900" spc="-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95" dirty="0">
                <a:solidFill>
                  <a:srgbClr val="080503"/>
                </a:solidFill>
                <a:latin typeface="Arial"/>
                <a:cs typeface="Arial"/>
              </a:rPr>
              <a:t>stack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ts val="2565"/>
              </a:lnSpc>
              <a:tabLst>
                <a:tab pos="591185" algn="l"/>
              </a:tabLst>
            </a:pPr>
            <a:r>
              <a:rPr sz="2450" b="1" spc="-50" dirty="0">
                <a:solidFill>
                  <a:srgbClr val="AF7B6D"/>
                </a:solidFill>
                <a:latin typeface="Times New Roman"/>
                <a:cs typeface="Times New Roman"/>
              </a:rPr>
              <a:t>V</a:t>
            </a:r>
            <a:r>
              <a:rPr sz="2450" b="1" dirty="0">
                <a:solidFill>
                  <a:srgbClr val="AF7B6D"/>
                </a:solidFill>
                <a:latin typeface="Times New Roman"/>
                <a:cs typeface="Times New Roman"/>
              </a:rPr>
              <a:t>	</a:t>
            </a:r>
            <a:r>
              <a:rPr sz="1900" spc="-145" dirty="0">
                <a:solidFill>
                  <a:srgbClr val="080503"/>
                </a:solidFill>
                <a:latin typeface="Arial"/>
                <a:cs typeface="Arial"/>
              </a:rPr>
              <a:t>(server-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side</a:t>
            </a:r>
            <a:r>
              <a:rPr sz="1900" spc="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00" spc="-1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14" dirty="0">
                <a:solidFill>
                  <a:srgbClr val="080503"/>
                </a:solidFill>
                <a:latin typeface="Arial"/>
                <a:cs typeface="Arial"/>
              </a:rPr>
              <a:t>client-</a:t>
            </a:r>
            <a:r>
              <a:rPr sz="1900" spc="-85" dirty="0">
                <a:solidFill>
                  <a:srgbClr val="080503"/>
                </a:solidFill>
                <a:latin typeface="Arial"/>
                <a:cs typeface="Arial"/>
              </a:rPr>
              <a:t>side).</a:t>
            </a:r>
            <a:endParaRPr sz="19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675759" y="3207561"/>
            <a:ext cx="3742690" cy="6553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7145">
              <a:lnSpc>
                <a:spcPts val="2385"/>
              </a:lnSpc>
              <a:spcBef>
                <a:spcPts val="105"/>
              </a:spcBef>
              <a:tabLst>
                <a:tab pos="594995" algn="l"/>
              </a:tabLst>
            </a:pPr>
            <a:r>
              <a:rPr sz="2300" spc="-50" dirty="0">
                <a:solidFill>
                  <a:srgbClr val="AF7B6D"/>
                </a:solidFill>
                <a:latin typeface="Arial"/>
                <a:cs typeface="Arial"/>
              </a:rPr>
              <a:t>A</a:t>
            </a:r>
            <a:r>
              <a:rPr sz="2300" dirty="0">
                <a:solidFill>
                  <a:srgbClr val="AF7B6D"/>
                </a:solidFill>
                <a:latin typeface="Arial"/>
                <a:cs typeface="Arial"/>
              </a:rPr>
              <a:t>	</a:t>
            </a:r>
            <a:r>
              <a:rPr sz="1900" spc="-195" dirty="0">
                <a:solidFill>
                  <a:srgbClr val="080503"/>
                </a:solidFill>
                <a:latin typeface="Arial"/>
                <a:cs typeface="Arial"/>
              </a:rPr>
              <a:t>Ensures</a:t>
            </a:r>
            <a:r>
              <a:rPr sz="1900" spc="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70" dirty="0">
                <a:solidFill>
                  <a:srgbClr val="080503"/>
                </a:solidFill>
                <a:latin typeface="Arial"/>
                <a:cs typeface="Arial"/>
              </a:rPr>
              <a:t>seamless</a:t>
            </a:r>
            <a:r>
              <a:rPr sz="190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25" dirty="0">
                <a:solidFill>
                  <a:srgbClr val="080503"/>
                </a:solidFill>
                <a:latin typeface="Arial"/>
                <a:cs typeface="Arial"/>
              </a:rPr>
              <a:t>communication</a:t>
            </a:r>
            <a:endParaRPr sz="1900">
              <a:latin typeface="Arial"/>
              <a:cs typeface="Arial"/>
            </a:endParaRPr>
          </a:p>
          <a:p>
            <a:pPr marL="12700">
              <a:lnSpc>
                <a:spcPts val="2565"/>
              </a:lnSpc>
              <a:tabLst>
                <a:tab pos="591820" algn="l"/>
              </a:tabLst>
            </a:pPr>
            <a:r>
              <a:rPr sz="2450" spc="-355" dirty="0">
                <a:solidFill>
                  <a:srgbClr val="AF7B6D"/>
                </a:solidFill>
                <a:latin typeface="Times New Roman"/>
                <a:cs typeface="Times New Roman"/>
              </a:rPr>
              <a:t>W</a:t>
            </a:r>
            <a:r>
              <a:rPr sz="2450" dirty="0">
                <a:solidFill>
                  <a:srgbClr val="AF7B6D"/>
                </a:solidFill>
                <a:latin typeface="Times New Roman"/>
                <a:cs typeface="Times New Roman"/>
              </a:rPr>
              <a:t>	</a:t>
            </a:r>
            <a:r>
              <a:rPr sz="1900" spc="-165" dirty="0">
                <a:solidFill>
                  <a:srgbClr val="080503"/>
                </a:solidFill>
                <a:latin typeface="Arial"/>
                <a:cs typeface="Arial"/>
              </a:rPr>
              <a:t>between</a:t>
            </a:r>
            <a:r>
              <a:rPr sz="1900" spc="-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150" dirty="0">
                <a:solidFill>
                  <a:srgbClr val="080503"/>
                </a:solidFill>
                <a:latin typeface="Arial"/>
                <a:cs typeface="Arial"/>
              </a:rPr>
              <a:t>system</a:t>
            </a:r>
            <a:r>
              <a:rPr sz="190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00" spc="-70" dirty="0">
                <a:solidFill>
                  <a:srgbClr val="080503"/>
                </a:solidFill>
                <a:latin typeface="Arial"/>
                <a:cs typeface="Arial"/>
              </a:rPr>
              <a:t>components.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8777" y="2007472"/>
            <a:ext cx="1624690" cy="140527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853605" y="2061006"/>
            <a:ext cx="1450136" cy="135173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673318" y="2101157"/>
            <a:ext cx="1705254" cy="124466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349107" y="1324912"/>
            <a:ext cx="8459470" cy="0"/>
          </a:xfrm>
          <a:custGeom>
            <a:avLst/>
            <a:gdLst/>
            <a:ahLst/>
            <a:cxnLst/>
            <a:rect l="l" t="t" r="r" b="b"/>
            <a:pathLst>
              <a:path w="8459470">
                <a:moveTo>
                  <a:pt x="0" y="0"/>
                </a:moveTo>
                <a:lnTo>
                  <a:pt x="845913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2954" rIns="0" bIns="0" rtlCol="0">
            <a:spAutoFit/>
          </a:bodyPr>
          <a:lstStyle/>
          <a:p>
            <a:pPr marL="142875">
              <a:lnSpc>
                <a:spcPct val="100000"/>
              </a:lnSpc>
              <a:spcBef>
                <a:spcPts val="115"/>
              </a:spcBef>
            </a:pPr>
            <a:r>
              <a:rPr sz="5400" spc="-540" dirty="0">
                <a:solidFill>
                  <a:srgbClr val="080503"/>
                </a:solidFill>
              </a:rPr>
              <a:t>Hardware</a:t>
            </a:r>
            <a:r>
              <a:rPr sz="5400" spc="-15" dirty="0">
                <a:solidFill>
                  <a:srgbClr val="080503"/>
                </a:solidFill>
              </a:rPr>
              <a:t> </a:t>
            </a:r>
            <a:r>
              <a:rPr sz="5400" spc="-450" dirty="0">
                <a:solidFill>
                  <a:srgbClr val="080503"/>
                </a:solidFill>
              </a:rPr>
              <a:t>Requirements</a:t>
            </a:r>
            <a:endParaRPr sz="5400"/>
          </a:p>
        </p:txBody>
      </p:sp>
      <p:sp>
        <p:nvSpPr>
          <p:cNvPr id="7" name="object 7"/>
          <p:cNvSpPr txBox="1"/>
          <p:nvPr/>
        </p:nvSpPr>
        <p:spPr>
          <a:xfrm>
            <a:off x="357009" y="1445350"/>
            <a:ext cx="7492365" cy="3238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50" spc="-165" dirty="0">
                <a:solidFill>
                  <a:srgbClr val="080503"/>
                </a:solidFill>
                <a:latin typeface="Arial"/>
                <a:cs typeface="Arial"/>
              </a:rPr>
              <a:t>Essential</a:t>
            </a:r>
            <a:r>
              <a:rPr sz="1950" spc="-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physical</a:t>
            </a:r>
            <a:r>
              <a:rPr sz="1950" spc="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infrastructure</a:t>
            </a: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resources</a:t>
            </a:r>
            <a:r>
              <a:rPr sz="1950" spc="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85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-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development</a:t>
            </a:r>
            <a:r>
              <a:rPr sz="1950" spc="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8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950" spc="-1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deployment.</a:t>
            </a:r>
            <a:endParaRPr sz="19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31668" y="3503137"/>
            <a:ext cx="272415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41910" algn="ctr">
              <a:lnSpc>
                <a:spcPct val="100000"/>
              </a:lnSpc>
              <a:spcBef>
                <a:spcPts val="305"/>
              </a:spcBef>
            </a:pPr>
            <a:r>
              <a:rPr sz="2300" b="1" spc="-300" dirty="0">
                <a:solidFill>
                  <a:srgbClr val="080503"/>
                </a:solidFill>
                <a:latin typeface="Arial"/>
                <a:cs typeface="Arial"/>
              </a:rPr>
              <a:t>Computer</a:t>
            </a:r>
            <a:endParaRPr sz="2300">
              <a:latin typeface="Arial"/>
              <a:cs typeface="Arial"/>
            </a:endParaRPr>
          </a:p>
          <a:p>
            <a:pPr marL="12700" marR="5080" indent="-35560" algn="ctr">
              <a:lnSpc>
                <a:spcPts val="2110"/>
              </a:lnSpc>
              <a:spcBef>
                <a:spcPts val="275"/>
              </a:spcBef>
            </a:pPr>
            <a:r>
              <a:rPr sz="1800" spc="-185" dirty="0">
                <a:solidFill>
                  <a:srgbClr val="080503"/>
                </a:solidFill>
                <a:latin typeface="Arial"/>
                <a:cs typeface="Arial"/>
              </a:rPr>
              <a:t>Modern</a:t>
            </a:r>
            <a:r>
              <a:rPr sz="1800" spc="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65" dirty="0">
                <a:solidFill>
                  <a:srgbClr val="080503"/>
                </a:solidFill>
                <a:latin typeface="Arial"/>
                <a:cs typeface="Arial"/>
              </a:rPr>
              <a:t>processor,</a:t>
            </a:r>
            <a:r>
              <a:rPr sz="1800" spc="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sufficient </a:t>
            </a:r>
            <a:r>
              <a:rPr sz="1800" spc="-240" dirty="0">
                <a:solidFill>
                  <a:srgbClr val="080503"/>
                </a:solidFill>
                <a:latin typeface="Arial"/>
                <a:cs typeface="Arial"/>
              </a:rPr>
              <a:t>RAM,</a:t>
            </a:r>
            <a:r>
              <a:rPr sz="1800" spc="-1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14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50" dirty="0">
                <a:solidFill>
                  <a:srgbClr val="080503"/>
                </a:solidFill>
                <a:latin typeface="Arial"/>
                <a:cs typeface="Arial"/>
              </a:rPr>
              <a:t>storage</a:t>
            </a:r>
            <a:r>
              <a:rPr sz="1800" spc="-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75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800" spc="-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80" dirty="0">
                <a:solidFill>
                  <a:srgbClr val="080503"/>
                </a:solidFill>
                <a:latin typeface="Arial"/>
                <a:cs typeface="Arial"/>
              </a:rPr>
              <a:t>dev</a:t>
            </a:r>
            <a:r>
              <a:rPr sz="1800" spc="-1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45" dirty="0">
                <a:solidFill>
                  <a:srgbClr val="080503"/>
                </a:solidFill>
                <a:latin typeface="Arial"/>
                <a:cs typeface="Arial"/>
              </a:rPr>
              <a:t>tools</a:t>
            </a:r>
            <a:r>
              <a:rPr sz="1800" spc="-45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362491" y="3503137"/>
            <a:ext cx="246634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34925" algn="ctr">
              <a:lnSpc>
                <a:spcPct val="100000"/>
              </a:lnSpc>
              <a:spcBef>
                <a:spcPts val="305"/>
              </a:spcBef>
            </a:pPr>
            <a:r>
              <a:rPr sz="2300" b="1" spc="-270" dirty="0">
                <a:solidFill>
                  <a:srgbClr val="080503"/>
                </a:solidFill>
                <a:latin typeface="Arial"/>
                <a:cs typeface="Arial"/>
              </a:rPr>
              <a:t>Server</a:t>
            </a:r>
            <a:endParaRPr sz="2300">
              <a:latin typeface="Arial"/>
              <a:cs typeface="Arial"/>
            </a:endParaRPr>
          </a:p>
          <a:p>
            <a:pPr marL="12700" marR="5080" indent="-47625" algn="ctr">
              <a:lnSpc>
                <a:spcPts val="2110"/>
              </a:lnSpc>
              <a:spcBef>
                <a:spcPts val="275"/>
              </a:spcBef>
            </a:pPr>
            <a:r>
              <a:rPr sz="1800" spc="-145" dirty="0">
                <a:solidFill>
                  <a:srgbClr val="080503"/>
                </a:solidFill>
                <a:latin typeface="Arial"/>
                <a:cs typeface="Arial"/>
              </a:rPr>
              <a:t>Physical</a:t>
            </a:r>
            <a:r>
              <a:rPr sz="1800" spc="-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95" dirty="0">
                <a:solidFill>
                  <a:srgbClr val="080503"/>
                </a:solidFill>
                <a:latin typeface="Arial"/>
                <a:cs typeface="Arial"/>
              </a:rPr>
              <a:t>or </a:t>
            </a:r>
            <a:r>
              <a:rPr sz="1800" spc="-160" dirty="0">
                <a:solidFill>
                  <a:srgbClr val="080503"/>
                </a:solidFill>
                <a:latin typeface="Arial"/>
                <a:cs typeface="Arial"/>
              </a:rPr>
              <a:t>cloud-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based </a:t>
            </a:r>
            <a:r>
              <a:rPr sz="1800" spc="-130" dirty="0">
                <a:solidFill>
                  <a:srgbClr val="080503"/>
                </a:solidFill>
                <a:latin typeface="Arial"/>
                <a:cs typeface="Arial"/>
              </a:rPr>
              <a:t>hosting</a:t>
            </a:r>
            <a:r>
              <a:rPr sz="180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9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800" spc="-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5" dirty="0">
                <a:solidFill>
                  <a:srgbClr val="080503"/>
                </a:solidFill>
                <a:latin typeface="Arial"/>
                <a:cs typeface="Arial"/>
              </a:rPr>
              <a:t>backend</a:t>
            </a:r>
            <a:r>
              <a:rPr sz="1800" spc="-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7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0" dirty="0">
                <a:solidFill>
                  <a:srgbClr val="080503"/>
                </a:solidFill>
                <a:latin typeface="Arial"/>
                <a:cs typeface="Arial"/>
              </a:rPr>
              <a:t>DB</a:t>
            </a:r>
            <a:r>
              <a:rPr sz="1800" spc="-100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394048" y="3503137"/>
            <a:ext cx="2246630" cy="965835"/>
          </a:xfrm>
          <a:prstGeom prst="rect">
            <a:avLst/>
          </a:prstGeom>
        </p:spPr>
        <p:txBody>
          <a:bodyPr vert="horz" wrap="square" lIns="0" tIns="38735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305"/>
              </a:spcBef>
            </a:pPr>
            <a:r>
              <a:rPr sz="2300" b="1" spc="-265" dirty="0">
                <a:solidFill>
                  <a:srgbClr val="080503"/>
                </a:solidFill>
                <a:latin typeface="Arial"/>
                <a:cs typeface="Arial"/>
              </a:rPr>
              <a:t>Network</a:t>
            </a:r>
            <a:endParaRPr sz="2300">
              <a:latin typeface="Arial"/>
              <a:cs typeface="Arial"/>
            </a:endParaRPr>
          </a:p>
          <a:p>
            <a:pPr marL="12700" marR="5080" algn="ctr">
              <a:lnSpc>
                <a:spcPts val="2110"/>
              </a:lnSpc>
              <a:spcBef>
                <a:spcPts val="275"/>
              </a:spcBef>
            </a:pPr>
            <a:r>
              <a:rPr sz="1800" spc="-180" dirty="0">
                <a:solidFill>
                  <a:srgbClr val="080503"/>
                </a:solidFill>
                <a:latin typeface="Arial"/>
                <a:cs typeface="Arial"/>
              </a:rPr>
              <a:t>Router</a:t>
            </a:r>
            <a:r>
              <a:rPr sz="1800" spc="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40" dirty="0">
                <a:solidFill>
                  <a:srgbClr val="080503"/>
                </a:solidFill>
                <a:latin typeface="Arial"/>
                <a:cs typeface="Arial"/>
              </a:rPr>
              <a:t>supporting</a:t>
            </a:r>
            <a:r>
              <a:rPr sz="180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225" dirty="0">
                <a:solidFill>
                  <a:srgbClr val="080503"/>
                </a:solidFill>
                <a:latin typeface="Arial"/>
                <a:cs typeface="Arial"/>
              </a:rPr>
              <a:t>HTTPS, </a:t>
            </a:r>
            <a:r>
              <a:rPr sz="1800" spc="-260" dirty="0">
                <a:solidFill>
                  <a:srgbClr val="080503"/>
                </a:solidFill>
                <a:latin typeface="Arial"/>
                <a:cs typeface="Arial"/>
              </a:rPr>
              <a:t>SSH,</a:t>
            </a:r>
            <a:r>
              <a:rPr sz="1800" spc="-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7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00" spc="-114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250" dirty="0">
                <a:solidFill>
                  <a:srgbClr val="080503"/>
                </a:solidFill>
                <a:latin typeface="Arial"/>
                <a:cs typeface="Arial"/>
              </a:rPr>
              <a:t>VPN</a:t>
            </a:r>
            <a:r>
              <a:rPr sz="1800" spc="-2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80503"/>
                </a:solidFill>
                <a:latin typeface="Arial"/>
                <a:cs typeface="Arial"/>
              </a:rPr>
              <a:t>protocols</a:t>
            </a:r>
            <a:r>
              <a:rPr sz="1800" spc="-10" dirty="0">
                <a:solidFill>
                  <a:srgbClr val="211F1A"/>
                </a:solidFill>
                <a:latin typeface="Arial"/>
                <a:cs typeface="Arial"/>
              </a:rPr>
              <a:t>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8825" y="2288527"/>
            <a:ext cx="1248729" cy="1217901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927781" y="2248376"/>
            <a:ext cx="1262156" cy="123128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1664972" y="2248375"/>
            <a:ext cx="0" cy="1245235"/>
          </a:xfrm>
          <a:custGeom>
            <a:avLst/>
            <a:gdLst/>
            <a:ahLst/>
            <a:cxnLst/>
            <a:rect l="l" t="t" r="r" b="b"/>
            <a:pathLst>
              <a:path h="1245235">
                <a:moveTo>
                  <a:pt x="0" y="124466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322252" y="1311528"/>
            <a:ext cx="8513445" cy="0"/>
          </a:xfrm>
          <a:custGeom>
            <a:avLst/>
            <a:gdLst/>
            <a:ahLst/>
            <a:cxnLst/>
            <a:rect l="l" t="t" r="r" b="b"/>
            <a:pathLst>
              <a:path w="8513445">
                <a:moveTo>
                  <a:pt x="0" y="0"/>
                </a:moveTo>
                <a:lnTo>
                  <a:pt x="85128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335679" y="2261759"/>
            <a:ext cx="1343025" cy="0"/>
          </a:xfrm>
          <a:custGeom>
            <a:avLst/>
            <a:gdLst/>
            <a:ahLst/>
            <a:cxnLst/>
            <a:rect l="l" t="t" r="r" b="b"/>
            <a:pathLst>
              <a:path w="1343025">
                <a:moveTo>
                  <a:pt x="0" y="0"/>
                </a:moveTo>
                <a:lnTo>
                  <a:pt x="134272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839" rIns="0" bIns="0" rtlCol="0">
            <a:spAutoFit/>
          </a:bodyPr>
          <a:lstStyle/>
          <a:p>
            <a:pPr marL="107950">
              <a:lnSpc>
                <a:spcPct val="100000"/>
              </a:lnSpc>
              <a:spcBef>
                <a:spcPts val="115"/>
              </a:spcBef>
            </a:pPr>
            <a:r>
              <a:rPr sz="5500" spc="-535" dirty="0">
                <a:solidFill>
                  <a:srgbClr val="080503"/>
                </a:solidFill>
              </a:rPr>
              <a:t>Software</a:t>
            </a:r>
            <a:r>
              <a:rPr sz="5500" spc="-15" dirty="0">
                <a:solidFill>
                  <a:srgbClr val="080503"/>
                </a:solidFill>
              </a:rPr>
              <a:t> </a:t>
            </a:r>
            <a:r>
              <a:rPr sz="5500" spc="-535" dirty="0">
                <a:solidFill>
                  <a:srgbClr val="080503"/>
                </a:solidFill>
              </a:rPr>
              <a:t>Products</a:t>
            </a:r>
            <a:r>
              <a:rPr sz="5500" spc="-100" dirty="0">
                <a:solidFill>
                  <a:srgbClr val="080503"/>
                </a:solidFill>
              </a:rPr>
              <a:t> </a:t>
            </a:r>
            <a:r>
              <a:rPr sz="5500" spc="-545" dirty="0">
                <a:solidFill>
                  <a:srgbClr val="080503"/>
                </a:solidFill>
              </a:rPr>
              <a:t>(Development)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949613" y="2303472"/>
            <a:ext cx="2364740" cy="1042035"/>
          </a:xfrm>
          <a:prstGeom prst="rect">
            <a:avLst/>
          </a:prstGeom>
        </p:spPr>
        <p:txBody>
          <a:bodyPr vert="horz" wrap="square" lIns="0" tIns="61594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484"/>
              </a:spcBef>
            </a:pPr>
            <a:r>
              <a:rPr sz="2450" b="1" spc="-300" dirty="0">
                <a:solidFill>
                  <a:srgbClr val="080503"/>
                </a:solidFill>
                <a:latin typeface="Arial"/>
                <a:cs typeface="Arial"/>
              </a:rPr>
              <a:t>VS</a:t>
            </a:r>
            <a:r>
              <a:rPr sz="2450" b="1" spc="-2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450" b="1" spc="-335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endParaRPr sz="2450">
              <a:latin typeface="Arial"/>
              <a:cs typeface="Arial"/>
            </a:endParaRPr>
          </a:p>
          <a:p>
            <a:pPr marL="15240" marR="5080" indent="-3175">
              <a:lnSpc>
                <a:spcPts val="2160"/>
              </a:lnSpc>
              <a:spcBef>
                <a:spcPts val="420"/>
              </a:spcBef>
            </a:pP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Primary</a:t>
            </a:r>
            <a:r>
              <a:rPr sz="1850" spc="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source</a:t>
            </a:r>
            <a:r>
              <a:rPr sz="1850" spc="-4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0" dirty="0">
                <a:solidFill>
                  <a:srgbClr val="080503"/>
                </a:solidFill>
                <a:latin typeface="Arial"/>
                <a:cs typeface="Arial"/>
              </a:rPr>
              <a:t>code</a:t>
            </a:r>
            <a:r>
              <a:rPr sz="1850" spc="-1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5" dirty="0">
                <a:solidFill>
                  <a:srgbClr val="080503"/>
                </a:solidFill>
                <a:latin typeface="Arial"/>
                <a:cs typeface="Arial"/>
              </a:rPr>
              <a:t>editor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65" dirty="0">
                <a:solidFill>
                  <a:srgbClr val="080503"/>
                </a:solidFill>
                <a:latin typeface="Arial"/>
                <a:cs typeface="Arial"/>
              </a:rPr>
              <a:t>Git</a:t>
            </a:r>
            <a:r>
              <a:rPr sz="1850" spc="-9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75" dirty="0">
                <a:solidFill>
                  <a:srgbClr val="080503"/>
                </a:solidFill>
                <a:latin typeface="Arial"/>
                <a:cs typeface="Arial"/>
              </a:rPr>
              <a:t>manager.</a:t>
            </a:r>
            <a:endParaRPr sz="18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6328" y="2294611"/>
            <a:ext cx="2216785" cy="105092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555"/>
              </a:spcBef>
            </a:pPr>
            <a:r>
              <a:rPr sz="2450" b="1" spc="-305" dirty="0">
                <a:solidFill>
                  <a:srgbClr val="080503"/>
                </a:solidFill>
                <a:latin typeface="Arial"/>
                <a:cs typeface="Arial"/>
              </a:rPr>
              <a:t>GitHub</a:t>
            </a:r>
            <a:endParaRPr sz="2450">
              <a:latin typeface="Arial"/>
              <a:cs typeface="Arial"/>
            </a:endParaRPr>
          </a:p>
          <a:p>
            <a:pPr marL="12700" marR="5080" indent="8255">
              <a:lnSpc>
                <a:spcPts val="2110"/>
              </a:lnSpc>
              <a:spcBef>
                <a:spcPts val="509"/>
              </a:spcBef>
            </a:pPr>
            <a:r>
              <a:rPr sz="1850" spc="-180" dirty="0">
                <a:solidFill>
                  <a:srgbClr val="080503"/>
                </a:solidFill>
                <a:latin typeface="Arial"/>
                <a:cs typeface="Arial"/>
              </a:rPr>
              <a:t>Version</a:t>
            </a:r>
            <a:r>
              <a:rPr sz="1850" spc="-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5" dirty="0">
                <a:solidFill>
                  <a:srgbClr val="080503"/>
                </a:solidFill>
                <a:latin typeface="Arial"/>
                <a:cs typeface="Arial"/>
              </a:rPr>
              <a:t>control</a:t>
            </a:r>
            <a:r>
              <a:rPr sz="1850" spc="-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75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20" dirty="0">
                <a:solidFill>
                  <a:srgbClr val="080503"/>
                </a:solidFill>
                <a:latin typeface="Arial"/>
                <a:cs typeface="Arial"/>
              </a:rPr>
              <a:t>team </a:t>
            </a:r>
            <a:r>
              <a:rPr sz="1850" spc="-140" dirty="0">
                <a:solidFill>
                  <a:srgbClr val="080503"/>
                </a:solidFill>
                <a:latin typeface="Arial"/>
                <a:cs typeface="Arial"/>
              </a:rPr>
              <a:t>collaboration</a:t>
            </a:r>
            <a:r>
              <a:rPr sz="1850" spc="7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850" spc="-10" dirty="0">
                <a:solidFill>
                  <a:srgbClr val="080503"/>
                </a:solidFill>
                <a:latin typeface="Arial"/>
                <a:cs typeface="Arial"/>
              </a:rPr>
              <a:t>platform</a:t>
            </a:r>
            <a:r>
              <a:rPr sz="1850" spc="-10" dirty="0">
                <a:solidFill>
                  <a:srgbClr val="261F18"/>
                </a:solidFill>
                <a:latin typeface="Arial"/>
                <a:cs typeface="Arial"/>
              </a:rPr>
              <a:t>.</a:t>
            </a:r>
            <a:endParaRPr sz="18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9670" y="2649881"/>
            <a:ext cx="1087602" cy="963614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75481" y="2288527"/>
            <a:ext cx="1181593" cy="1311586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927780" y="2248375"/>
            <a:ext cx="0" cy="1124585"/>
          </a:xfrm>
          <a:custGeom>
            <a:avLst/>
            <a:gdLst/>
            <a:ahLst/>
            <a:cxnLst/>
            <a:rect l="l" t="t" r="r" b="b"/>
            <a:pathLst>
              <a:path h="1124585">
                <a:moveTo>
                  <a:pt x="0" y="11242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81971" y="1304836"/>
            <a:ext cx="8593455" cy="0"/>
          </a:xfrm>
          <a:custGeom>
            <a:avLst/>
            <a:gdLst/>
            <a:ahLst/>
            <a:cxnLst/>
            <a:rect l="l" t="t" r="r" b="b"/>
            <a:pathLst>
              <a:path w="8593455">
                <a:moveTo>
                  <a:pt x="0" y="0"/>
                </a:moveTo>
                <a:lnTo>
                  <a:pt x="859340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914353" y="2261759"/>
            <a:ext cx="1209040" cy="0"/>
          </a:xfrm>
          <a:custGeom>
            <a:avLst/>
            <a:gdLst/>
            <a:ahLst/>
            <a:cxnLst/>
            <a:rect l="l" t="t" r="r" b="b"/>
            <a:pathLst>
              <a:path w="1209039">
                <a:moveTo>
                  <a:pt x="0" y="0"/>
                </a:moveTo>
                <a:lnTo>
                  <a:pt x="12084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509" dirty="0">
                <a:solidFill>
                  <a:srgbClr val="0A0705"/>
                </a:solidFill>
              </a:rPr>
              <a:t>Software</a:t>
            </a:r>
            <a:r>
              <a:rPr sz="5500" spc="-45" dirty="0">
                <a:solidFill>
                  <a:srgbClr val="0A0705"/>
                </a:solidFill>
              </a:rPr>
              <a:t> </a:t>
            </a:r>
            <a:r>
              <a:rPr sz="5500" spc="-509" dirty="0">
                <a:solidFill>
                  <a:srgbClr val="0A0705"/>
                </a:solidFill>
              </a:rPr>
              <a:t>Products</a:t>
            </a:r>
            <a:r>
              <a:rPr sz="5500" spc="-200" dirty="0">
                <a:solidFill>
                  <a:srgbClr val="0A0705"/>
                </a:solidFill>
              </a:rPr>
              <a:t> </a:t>
            </a:r>
            <a:r>
              <a:rPr sz="5500" spc="-505" dirty="0">
                <a:solidFill>
                  <a:srgbClr val="0A0705"/>
                </a:solidFill>
              </a:rPr>
              <a:t>(Testing)</a:t>
            </a:r>
            <a:endParaRPr sz="5500"/>
          </a:p>
        </p:txBody>
      </p:sp>
      <p:sp>
        <p:nvSpPr>
          <p:cNvPr id="8" name="object 8"/>
          <p:cNvSpPr txBox="1"/>
          <p:nvPr/>
        </p:nvSpPr>
        <p:spPr>
          <a:xfrm>
            <a:off x="1198802" y="2291952"/>
            <a:ext cx="46863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455295" algn="l"/>
              </a:tabLst>
            </a:pPr>
            <a:r>
              <a:rPr sz="1450" u="heavy" spc="-25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==</a:t>
            </a:r>
            <a:r>
              <a:rPr sz="14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Arial"/>
                <a:cs typeface="Arial"/>
              </a:rPr>
              <a:t>	</a:t>
            </a:r>
            <a:endParaRPr sz="14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21651" y="2392979"/>
            <a:ext cx="131445" cy="2622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550" u="heavy" dirty="0">
                <a:solidFill>
                  <a:srgbClr val="6E5046"/>
                </a:solidFill>
                <a:uFill>
                  <a:solidFill>
                    <a:srgbClr val="6E5046"/>
                  </a:solidFill>
                </a:uFill>
                <a:latin typeface="Times New Roman"/>
                <a:cs typeface="Times New Roman"/>
              </a:rPr>
              <a:t>0</a:t>
            </a:r>
            <a:endParaRPr sz="155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204461" y="2303883"/>
            <a:ext cx="3076575" cy="105092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85"/>
              </a:spcBef>
              <a:tabLst>
                <a:tab pos="724535" algn="l"/>
              </a:tabLst>
            </a:pPr>
            <a:r>
              <a:rPr sz="2050" spc="40" dirty="0">
                <a:solidFill>
                  <a:srgbClr val="6E5046"/>
                </a:solidFill>
                <a:latin typeface="Times New Roman"/>
                <a:cs typeface="Times New Roman"/>
              </a:rPr>
              <a:t>=</a:t>
            </a:r>
            <a:r>
              <a:rPr sz="2050" dirty="0">
                <a:solidFill>
                  <a:srgbClr val="6E5046"/>
                </a:solidFill>
                <a:latin typeface="Times New Roman"/>
                <a:cs typeface="Times New Roman"/>
              </a:rPr>
              <a:t>	</a:t>
            </a:r>
            <a:r>
              <a:rPr sz="2600" b="1" spc="-330" dirty="0">
                <a:solidFill>
                  <a:srgbClr val="0A0705"/>
                </a:solidFill>
                <a:latin typeface="Arial"/>
                <a:cs typeface="Arial"/>
              </a:rPr>
              <a:t>Postman</a:t>
            </a:r>
            <a:endParaRPr sz="2600">
              <a:latin typeface="Arial"/>
              <a:cs typeface="Arial"/>
            </a:endParaRPr>
          </a:p>
          <a:p>
            <a:pPr marL="733425" marR="5080" indent="2540">
              <a:lnSpc>
                <a:spcPts val="2110"/>
              </a:lnSpc>
              <a:spcBef>
                <a:spcPts val="480"/>
              </a:spcBef>
            </a:pPr>
            <a:r>
              <a:rPr sz="1950" spc="-240" dirty="0">
                <a:solidFill>
                  <a:srgbClr val="0A0705"/>
                </a:solidFill>
                <a:latin typeface="Arial"/>
                <a:cs typeface="Arial"/>
              </a:rPr>
              <a:t>API</a:t>
            </a:r>
            <a:r>
              <a:rPr sz="1950" spc="2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70" dirty="0">
                <a:solidFill>
                  <a:srgbClr val="0A0705"/>
                </a:solidFill>
                <a:latin typeface="Arial"/>
                <a:cs typeface="Arial"/>
              </a:rPr>
              <a:t>development</a:t>
            </a:r>
            <a:r>
              <a:rPr sz="1950" spc="-170" dirty="0">
                <a:solidFill>
                  <a:srgbClr val="342B26"/>
                </a:solidFill>
                <a:latin typeface="Arial"/>
                <a:cs typeface="Arial"/>
              </a:rPr>
              <a:t>,</a:t>
            </a:r>
            <a:r>
              <a:rPr sz="1950" spc="-275" dirty="0">
                <a:solidFill>
                  <a:srgbClr val="342B26"/>
                </a:solidFill>
                <a:latin typeface="Arial"/>
                <a:cs typeface="Arial"/>
              </a:rPr>
              <a:t> </a:t>
            </a:r>
            <a:r>
              <a:rPr sz="1950" spc="-125" dirty="0">
                <a:solidFill>
                  <a:srgbClr val="0A0705"/>
                </a:solidFill>
                <a:latin typeface="Arial"/>
                <a:cs typeface="Arial"/>
              </a:rPr>
              <a:t>testing, </a:t>
            </a:r>
            <a:r>
              <a:rPr sz="1950" spc="-21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95" dirty="0">
                <a:solidFill>
                  <a:srgbClr val="0A0705"/>
                </a:solidFill>
                <a:latin typeface="Arial"/>
                <a:cs typeface="Arial"/>
              </a:rPr>
              <a:t>documentation.</a:t>
            </a:r>
            <a:endParaRPr sz="19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441677" y="2272992"/>
            <a:ext cx="2456180" cy="1362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>
              <a:lnSpc>
                <a:spcPts val="2930"/>
              </a:lnSpc>
              <a:spcBef>
                <a:spcPts val="105"/>
              </a:spcBef>
            </a:pP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Google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35" dirty="0">
                <a:solidFill>
                  <a:srgbClr val="0A0705"/>
                </a:solidFill>
                <a:latin typeface="Arial"/>
                <a:cs typeface="Arial"/>
              </a:rPr>
              <a:t>Chrome</a:t>
            </a:r>
            <a:r>
              <a:rPr sz="2600" b="1" spc="-13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50" spc="-425" dirty="0">
                <a:solidFill>
                  <a:srgbClr val="0A0705"/>
                </a:solidFill>
                <a:latin typeface="Times New Roman"/>
                <a:cs typeface="Times New Roman"/>
              </a:rPr>
              <a:t>&amp;</a:t>
            </a:r>
            <a:endParaRPr sz="2650">
              <a:latin typeface="Times New Roman"/>
              <a:cs typeface="Times New Roman"/>
            </a:endParaRPr>
          </a:p>
          <a:p>
            <a:pPr marL="12700">
              <a:lnSpc>
                <a:spcPts val="2870"/>
              </a:lnSpc>
            </a:pPr>
            <a:r>
              <a:rPr sz="2600" b="1" spc="-260" dirty="0">
                <a:solidFill>
                  <a:srgbClr val="0A0705"/>
                </a:solidFill>
                <a:latin typeface="Arial"/>
                <a:cs typeface="Arial"/>
              </a:rPr>
              <a:t>React</a:t>
            </a:r>
            <a:r>
              <a:rPr sz="2600" b="1" spc="-155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25" dirty="0">
                <a:solidFill>
                  <a:srgbClr val="0A0705"/>
                </a:solidFill>
                <a:latin typeface="Arial"/>
                <a:cs typeface="Arial"/>
              </a:rPr>
              <a:t>Dev</a:t>
            </a:r>
            <a:r>
              <a:rPr sz="2600" b="1" spc="-8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2600" b="1" spc="-350" dirty="0">
                <a:solidFill>
                  <a:srgbClr val="0A0705"/>
                </a:solidFill>
                <a:latin typeface="Arial"/>
                <a:cs typeface="Arial"/>
              </a:rPr>
              <a:t>Tools</a:t>
            </a:r>
            <a:endParaRPr sz="2600">
              <a:latin typeface="Arial"/>
              <a:cs typeface="Arial"/>
            </a:endParaRPr>
          </a:p>
          <a:p>
            <a:pPr marL="20320" marR="5080" indent="-1905">
              <a:lnSpc>
                <a:spcPts val="2160"/>
              </a:lnSpc>
              <a:spcBef>
                <a:spcPts val="440"/>
              </a:spcBef>
            </a:pP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Browser</a:t>
            </a:r>
            <a:r>
              <a:rPr sz="1950" spc="1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0" dirty="0">
                <a:solidFill>
                  <a:srgbClr val="0A0705"/>
                </a:solidFill>
                <a:latin typeface="Arial"/>
                <a:cs typeface="Arial"/>
              </a:rPr>
              <a:t>debugging</a:t>
            </a:r>
            <a:r>
              <a:rPr sz="1950" spc="-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A0705"/>
                </a:solidFill>
                <a:latin typeface="Arial"/>
                <a:cs typeface="Arial"/>
              </a:rPr>
              <a:t>and</a:t>
            </a:r>
            <a:r>
              <a:rPr sz="1950" spc="-150" dirty="0">
                <a:solidFill>
                  <a:srgbClr val="0A0705"/>
                </a:solidFill>
                <a:latin typeface="Arial"/>
                <a:cs typeface="Arial"/>
              </a:rPr>
              <a:t> </a:t>
            </a:r>
            <a:r>
              <a:rPr sz="1950" spc="-135" dirty="0">
                <a:solidFill>
                  <a:srgbClr val="0A0705"/>
                </a:solidFill>
                <a:latin typeface="Arial"/>
                <a:cs typeface="Arial"/>
              </a:rPr>
              <a:t>UI </a:t>
            </a:r>
            <a:r>
              <a:rPr sz="1950" spc="-75" dirty="0">
                <a:solidFill>
                  <a:srgbClr val="0A0705"/>
                </a:solidFill>
                <a:latin typeface="Arial"/>
                <a:cs typeface="Arial"/>
              </a:rPr>
              <a:t>inspection.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27781" y="2288527"/>
            <a:ext cx="1262156" cy="1164367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295398" y="1304836"/>
            <a:ext cx="8580120" cy="0"/>
          </a:xfrm>
          <a:custGeom>
            <a:avLst/>
            <a:gdLst/>
            <a:ahLst/>
            <a:cxnLst/>
            <a:rect l="l" t="t" r="r" b="b"/>
            <a:pathLst>
              <a:path w="8580120">
                <a:moveTo>
                  <a:pt x="0" y="0"/>
                </a:moveTo>
                <a:lnTo>
                  <a:pt x="857997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292041" y="2245030"/>
          <a:ext cx="1335405" cy="1216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9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7005">
                <a:tc gridSpan="2">
                  <a:txBody>
                    <a:bodyPr/>
                    <a:lstStyle/>
                    <a:p>
                      <a:pPr marL="55244">
                        <a:lnSpc>
                          <a:spcPts val="1060"/>
                        </a:lnSpc>
                        <a:spcBef>
                          <a:spcPts val="155"/>
                        </a:spcBef>
                      </a:pPr>
                      <a:r>
                        <a:rPr sz="950" b="1" spc="-2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000</a:t>
                      </a:r>
                      <a:endParaRPr sz="950">
                        <a:latin typeface="Arial"/>
                        <a:cs typeface="Arial"/>
                      </a:endParaRPr>
                    </a:p>
                  </a:txBody>
                  <a:tcPr marL="0" marR="0" marT="1968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345">
                <a:tc gridSpan="2">
                  <a:txBody>
                    <a:bodyPr/>
                    <a:lstStyle/>
                    <a:p>
                      <a:pPr marL="123189">
                        <a:lnSpc>
                          <a:spcPts val="1639"/>
                        </a:lnSpc>
                        <a:tabLst>
                          <a:tab pos="962025" algn="l"/>
                        </a:tabLst>
                      </a:pPr>
                      <a:r>
                        <a:rPr sz="850" spc="5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c::==</a:t>
                      </a:r>
                      <a:r>
                        <a:rPr sz="850" spc="12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50" spc="-35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n</a:t>
                      </a:r>
                      <a:r>
                        <a:rPr sz="1450" spc="5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700" spc="12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c::::,</a:t>
                      </a:r>
                      <a:r>
                        <a:rPr sz="700" dirty="0">
                          <a:solidFill>
                            <a:srgbClr val="64463B"/>
                          </a:solidFill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800" spc="-1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c:::::=</a:t>
                      </a:r>
                      <a:endParaRPr sz="8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57150">
                      <a:solidFill>
                        <a:srgbClr val="000000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9310">
                <a:tc>
                  <a:txBody>
                    <a:bodyPr/>
                    <a:lstStyle/>
                    <a:p>
                      <a:pPr>
                        <a:lnSpc>
                          <a:spcPts val="2090"/>
                        </a:lnSpc>
                        <a:spcBef>
                          <a:spcPts val="944"/>
                        </a:spcBef>
                      </a:pPr>
                      <a:r>
                        <a:rPr sz="1950" spc="6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</a:t>
                      </a:r>
                      <a:endParaRPr sz="1950">
                        <a:latin typeface="Arial"/>
                        <a:cs typeface="Arial"/>
                      </a:endParaRPr>
                    </a:p>
                    <a:p>
                      <a:pPr marL="69215">
                        <a:lnSpc>
                          <a:spcPts val="2090"/>
                        </a:lnSpc>
                      </a:pPr>
                      <a:r>
                        <a:rPr sz="1950" spc="6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</a:t>
                      </a:r>
                      <a:endParaRPr sz="1950">
                        <a:latin typeface="Arial"/>
                        <a:cs typeface="Arial"/>
                      </a:endParaRPr>
                    </a:p>
                  </a:txBody>
                  <a:tcPr marL="0" marR="0" marT="120014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ts val="1805"/>
                        </a:lnSpc>
                      </a:pPr>
                      <a:r>
                        <a:rPr sz="2750" spc="105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�□</a:t>
                      </a:r>
                      <a:endParaRPr sz="2750">
                        <a:latin typeface="Arial"/>
                        <a:cs typeface="Arial"/>
                      </a:endParaRPr>
                    </a:p>
                    <a:p>
                      <a:pPr>
                        <a:lnSpc>
                          <a:spcPts val="4630"/>
                        </a:lnSpc>
                      </a:pPr>
                      <a:r>
                        <a:rPr sz="4900" spc="110" dirty="0">
                          <a:solidFill>
                            <a:srgbClr val="64463B"/>
                          </a:solidFill>
                          <a:latin typeface="Arial"/>
                          <a:cs typeface="Arial"/>
                        </a:rPr>
                        <a:t>#</a:t>
                      </a:r>
                      <a:endParaRPr sz="49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5715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9543" rIns="0" bIns="0" rtlCol="0">
            <a:spAutoFit/>
          </a:bodyPr>
          <a:lstStyle/>
          <a:p>
            <a:pPr marL="64135">
              <a:lnSpc>
                <a:spcPct val="100000"/>
              </a:lnSpc>
              <a:spcBef>
                <a:spcPts val="110"/>
              </a:spcBef>
            </a:pPr>
            <a:r>
              <a:rPr sz="4950" spc="-600" dirty="0">
                <a:solidFill>
                  <a:srgbClr val="080503"/>
                </a:solidFill>
              </a:rPr>
              <a:t>Software</a:t>
            </a:r>
            <a:r>
              <a:rPr sz="4950" spc="-195" dirty="0">
                <a:solidFill>
                  <a:srgbClr val="080503"/>
                </a:solidFill>
              </a:rPr>
              <a:t> </a:t>
            </a:r>
            <a:r>
              <a:rPr sz="4950" spc="-600" dirty="0">
                <a:solidFill>
                  <a:srgbClr val="080503"/>
                </a:solidFill>
              </a:rPr>
              <a:t>Products</a:t>
            </a:r>
            <a:r>
              <a:rPr sz="4950" spc="-270" dirty="0">
                <a:solidFill>
                  <a:srgbClr val="080503"/>
                </a:solidFill>
              </a:rPr>
              <a:t> </a:t>
            </a:r>
            <a:r>
              <a:rPr sz="4950" spc="-700" dirty="0">
                <a:solidFill>
                  <a:srgbClr val="080503"/>
                </a:solidFill>
              </a:rPr>
              <a:t>(Management</a:t>
            </a:r>
            <a:r>
              <a:rPr sz="4950" spc="-135" dirty="0">
                <a:solidFill>
                  <a:srgbClr val="080503"/>
                </a:solidFill>
              </a:rPr>
              <a:t> </a:t>
            </a:r>
            <a:r>
              <a:rPr sz="4600" b="0" spc="-894" dirty="0">
                <a:solidFill>
                  <a:srgbClr val="080503"/>
                </a:solidFill>
                <a:latin typeface="Times New Roman"/>
                <a:cs typeface="Times New Roman"/>
              </a:rPr>
              <a:t>&amp;</a:t>
            </a:r>
            <a:r>
              <a:rPr sz="4600" b="0" spc="-590" dirty="0">
                <a:solidFill>
                  <a:srgbClr val="080503"/>
                </a:solidFill>
                <a:latin typeface="Times New Roman"/>
                <a:cs typeface="Times New Roman"/>
              </a:rPr>
              <a:t> </a:t>
            </a:r>
            <a:r>
              <a:rPr sz="4950" spc="-720" dirty="0">
                <a:solidFill>
                  <a:srgbClr val="080503"/>
                </a:solidFill>
              </a:rPr>
              <a:t>Cloud)</a:t>
            </a:r>
            <a:endParaRPr sz="495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21800" y="2314724"/>
            <a:ext cx="2106295" cy="104013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500" b="1" spc="-20" dirty="0">
                <a:solidFill>
                  <a:srgbClr val="080503"/>
                </a:solidFill>
                <a:latin typeface="Arial"/>
                <a:cs typeface="Arial"/>
              </a:rPr>
              <a:t>Jira</a:t>
            </a:r>
            <a:endParaRPr sz="2500">
              <a:latin typeface="Arial"/>
              <a:cs typeface="Arial"/>
            </a:endParaRPr>
          </a:p>
          <a:p>
            <a:pPr marL="15240" marR="5080" indent="-3175">
              <a:lnSpc>
                <a:spcPts val="2110"/>
              </a:lnSpc>
              <a:spcBef>
                <a:spcPts val="500"/>
              </a:spcBef>
            </a:pPr>
            <a:r>
              <a:rPr sz="1950" spc="-250" dirty="0">
                <a:solidFill>
                  <a:srgbClr val="080503"/>
                </a:solidFill>
                <a:latin typeface="Arial"/>
                <a:cs typeface="Arial"/>
              </a:rPr>
              <a:t>Task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20" dirty="0">
                <a:solidFill>
                  <a:srgbClr val="080503"/>
                </a:solidFill>
                <a:latin typeface="Arial"/>
                <a:cs typeface="Arial"/>
              </a:rPr>
              <a:t>management</a:t>
            </a:r>
            <a:r>
              <a:rPr sz="1950" spc="1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65" dirty="0">
                <a:solidFill>
                  <a:srgbClr val="080503"/>
                </a:solidFill>
                <a:latin typeface="Arial"/>
                <a:cs typeface="Arial"/>
              </a:rPr>
              <a:t>and </a:t>
            </a:r>
            <a:r>
              <a:rPr sz="1950" spc="-170" dirty="0">
                <a:solidFill>
                  <a:srgbClr val="080503"/>
                </a:solidFill>
                <a:latin typeface="Arial"/>
                <a:cs typeface="Arial"/>
              </a:rPr>
              <a:t>progress</a:t>
            </a:r>
            <a:r>
              <a:rPr sz="195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5" dirty="0">
                <a:solidFill>
                  <a:srgbClr val="080503"/>
                </a:solidFill>
                <a:latin typeface="Arial"/>
                <a:cs typeface="Arial"/>
              </a:rPr>
              <a:t>tracking.</a:t>
            </a:r>
            <a:endParaRPr sz="19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443248" y="2308032"/>
            <a:ext cx="2370455" cy="1047115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500" b="1" spc="-345" dirty="0">
                <a:solidFill>
                  <a:srgbClr val="080503"/>
                </a:solidFill>
                <a:latin typeface="Arial"/>
                <a:cs typeface="Arial"/>
              </a:rPr>
              <a:t>MongoDB</a:t>
            </a:r>
            <a:r>
              <a:rPr sz="2500" b="1" spc="5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500" b="1" spc="-10" dirty="0">
                <a:solidFill>
                  <a:srgbClr val="080503"/>
                </a:solidFill>
                <a:latin typeface="Arial"/>
                <a:cs typeface="Arial"/>
              </a:rPr>
              <a:t>Atlas</a:t>
            </a:r>
            <a:endParaRPr sz="2500">
              <a:latin typeface="Arial"/>
              <a:cs typeface="Arial"/>
            </a:endParaRPr>
          </a:p>
          <a:p>
            <a:pPr marL="20320" marR="5080" indent="-5080">
              <a:lnSpc>
                <a:spcPts val="2160"/>
              </a:lnSpc>
              <a:spcBef>
                <a:spcPts val="459"/>
              </a:spcBef>
            </a:pP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Cloud-</a:t>
            </a:r>
            <a:r>
              <a:rPr sz="1950" spc="-220" dirty="0">
                <a:solidFill>
                  <a:srgbClr val="080503"/>
                </a:solidFill>
                <a:latin typeface="Arial"/>
                <a:cs typeface="Arial"/>
              </a:rPr>
              <a:t>managed</a:t>
            </a:r>
            <a:r>
              <a:rPr sz="1950" spc="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95" dirty="0">
                <a:solidFill>
                  <a:srgbClr val="080503"/>
                </a:solidFill>
                <a:latin typeface="Arial"/>
                <a:cs typeface="Arial"/>
              </a:rPr>
              <a:t>database </a:t>
            </a:r>
            <a:r>
              <a:rPr sz="1950" spc="-40" dirty="0">
                <a:solidFill>
                  <a:srgbClr val="080503"/>
                </a:solidFill>
                <a:latin typeface="Arial"/>
                <a:cs typeface="Arial"/>
              </a:rPr>
              <a:t>service.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223" y="2181458"/>
            <a:ext cx="698214" cy="20075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604223" y="2797101"/>
            <a:ext cx="631078" cy="187369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773042" y="1739802"/>
            <a:ext cx="1624690" cy="2435802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968715" y="2007472"/>
            <a:ext cx="1007039" cy="1003764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604223" y="2382211"/>
            <a:ext cx="0" cy="415290"/>
          </a:xfrm>
          <a:custGeom>
            <a:avLst/>
            <a:gdLst/>
            <a:ahLst/>
            <a:cxnLst/>
            <a:rect l="l" t="t" r="r" b="b"/>
            <a:pathLst>
              <a:path h="415289">
                <a:moveTo>
                  <a:pt x="0" y="414888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295398" y="1298145"/>
            <a:ext cx="8580120" cy="0"/>
          </a:xfrm>
          <a:custGeom>
            <a:avLst/>
            <a:gdLst/>
            <a:ahLst/>
            <a:cxnLst/>
            <a:rect l="l" t="t" r="r" b="b"/>
            <a:pathLst>
              <a:path w="8580120">
                <a:moveTo>
                  <a:pt x="0" y="0"/>
                </a:moveTo>
                <a:lnTo>
                  <a:pt x="857997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147" rIns="0" bIns="0" rtlCol="0">
            <a:spAutoFit/>
          </a:bodyPr>
          <a:lstStyle/>
          <a:p>
            <a:pPr marL="74295">
              <a:lnSpc>
                <a:spcPct val="100000"/>
              </a:lnSpc>
              <a:spcBef>
                <a:spcPts val="115"/>
              </a:spcBef>
            </a:pPr>
            <a:r>
              <a:rPr sz="5500" spc="-620" dirty="0">
                <a:solidFill>
                  <a:srgbClr val="080503"/>
                </a:solidFill>
              </a:rPr>
              <a:t>System</a:t>
            </a:r>
            <a:r>
              <a:rPr sz="5500" spc="-405" dirty="0">
                <a:solidFill>
                  <a:srgbClr val="080503"/>
                </a:solidFill>
              </a:rPr>
              <a:t> </a:t>
            </a:r>
            <a:r>
              <a:rPr sz="5500" spc="-680" dirty="0">
                <a:solidFill>
                  <a:srgbClr val="080503"/>
                </a:solidFill>
              </a:rPr>
              <a:t>Component:</a:t>
            </a:r>
            <a:r>
              <a:rPr sz="5500" spc="-385" dirty="0">
                <a:solidFill>
                  <a:srgbClr val="080503"/>
                </a:solidFill>
              </a:rPr>
              <a:t> </a:t>
            </a:r>
            <a:r>
              <a:rPr sz="5500" spc="-710" dirty="0">
                <a:solidFill>
                  <a:srgbClr val="080503"/>
                </a:solidFill>
              </a:rPr>
              <a:t>Backend</a:t>
            </a:r>
            <a:r>
              <a:rPr sz="5500" spc="-305" dirty="0">
                <a:solidFill>
                  <a:srgbClr val="080503"/>
                </a:solidFill>
              </a:rPr>
              <a:t> </a:t>
            </a:r>
            <a:r>
              <a:rPr sz="5500" spc="-640" dirty="0">
                <a:solidFill>
                  <a:srgbClr val="080503"/>
                </a:solidFill>
              </a:rPr>
              <a:t>Server</a:t>
            </a:r>
            <a:endParaRPr sz="5500"/>
          </a:p>
        </p:txBody>
      </p:sp>
      <p:sp>
        <p:nvSpPr>
          <p:cNvPr id="9" name="object 9"/>
          <p:cNvSpPr txBox="1"/>
          <p:nvPr/>
        </p:nvSpPr>
        <p:spPr>
          <a:xfrm>
            <a:off x="559912" y="2404224"/>
            <a:ext cx="2170430" cy="12668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955" algn="ctr">
              <a:lnSpc>
                <a:spcPct val="100000"/>
              </a:lnSpc>
              <a:spcBef>
                <a:spcPts val="105"/>
              </a:spcBef>
              <a:tabLst>
                <a:tab pos="804545" algn="l"/>
              </a:tabLst>
            </a:pPr>
            <a:r>
              <a:rPr sz="2200" b="1" spc="-335" dirty="0">
                <a:solidFill>
                  <a:srgbClr val="523428"/>
                </a:solidFill>
                <a:latin typeface="Arial"/>
                <a:cs typeface="Arial"/>
              </a:rPr>
              <a:t>nve</a:t>
            </a:r>
            <a:r>
              <a:rPr sz="2200" b="1" dirty="0">
                <a:solidFill>
                  <a:srgbClr val="523428"/>
                </a:solidFill>
                <a:latin typeface="Arial"/>
                <a:cs typeface="Arial"/>
              </a:rPr>
              <a:t>	</a:t>
            </a:r>
            <a:r>
              <a:rPr sz="2250" spc="-10" dirty="0">
                <a:solidFill>
                  <a:srgbClr val="594942"/>
                </a:solidFill>
                <a:latin typeface="Arial"/>
                <a:cs typeface="Arial"/>
              </a:rPr>
              <a:t>{Express}</a:t>
            </a:r>
            <a:endParaRPr sz="2250">
              <a:latin typeface="Arial"/>
              <a:cs typeface="Arial"/>
            </a:endParaRPr>
          </a:p>
          <a:p>
            <a:pPr algn="ctr">
              <a:lnSpc>
                <a:spcPts val="2255"/>
              </a:lnSpc>
              <a:spcBef>
                <a:spcPts val="2555"/>
              </a:spcBef>
            </a:pPr>
            <a:r>
              <a:rPr sz="1950" spc="-120" dirty="0">
                <a:solidFill>
                  <a:srgbClr val="080503"/>
                </a:solidFill>
                <a:latin typeface="Arial"/>
                <a:cs typeface="Arial"/>
              </a:rPr>
              <a:t>Built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55" dirty="0">
                <a:solidFill>
                  <a:srgbClr val="080503"/>
                </a:solidFill>
                <a:latin typeface="Arial"/>
                <a:cs typeface="Arial"/>
              </a:rPr>
              <a:t>using</a:t>
            </a:r>
            <a:r>
              <a:rPr sz="195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29" dirty="0">
                <a:solidFill>
                  <a:srgbClr val="080503"/>
                </a:solidFill>
                <a:latin typeface="Arial"/>
                <a:cs typeface="Arial"/>
              </a:rPr>
              <a:t>Node.js</a:t>
            </a:r>
            <a:r>
              <a:rPr sz="2000" b="1" spc="-6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14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endParaRPr sz="1950">
              <a:latin typeface="Arial"/>
              <a:cs typeface="Arial"/>
            </a:endParaRPr>
          </a:p>
          <a:p>
            <a:pPr marR="26670" algn="ctr">
              <a:lnSpc>
                <a:spcPts val="2255"/>
              </a:lnSpc>
            </a:pPr>
            <a:r>
              <a:rPr sz="2000" b="1" spc="-160" dirty="0">
                <a:solidFill>
                  <a:srgbClr val="080503"/>
                </a:solidFill>
                <a:latin typeface="Arial"/>
                <a:cs typeface="Arial"/>
              </a:rPr>
              <a:t>Express.js.</a:t>
            </a:r>
            <a:endParaRPr sz="2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469622" y="3071774"/>
            <a:ext cx="1963420" cy="871855"/>
          </a:xfrm>
          <a:prstGeom prst="rect">
            <a:avLst/>
          </a:prstGeom>
        </p:spPr>
        <p:txBody>
          <a:bodyPr vert="horz" wrap="square" lIns="0" tIns="43815" rIns="0" bIns="0" rtlCol="0">
            <a:spAutoFit/>
          </a:bodyPr>
          <a:lstStyle/>
          <a:p>
            <a:pPr marL="12700" marR="5080" indent="23495" algn="just">
              <a:lnSpc>
                <a:spcPct val="89900"/>
              </a:lnSpc>
              <a:spcBef>
                <a:spcPts val="345"/>
              </a:spcBef>
            </a:pPr>
            <a:r>
              <a:rPr sz="1950" spc="-200" dirty="0">
                <a:solidFill>
                  <a:srgbClr val="080503"/>
                </a:solidFill>
                <a:latin typeface="Arial"/>
                <a:cs typeface="Arial"/>
              </a:rPr>
              <a:t>Responsible</a:t>
            </a:r>
            <a:r>
              <a:rPr sz="1950" spc="10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4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1950" spc="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04" dirty="0">
                <a:solidFill>
                  <a:srgbClr val="080503"/>
                </a:solidFill>
                <a:latin typeface="Arial"/>
                <a:cs typeface="Arial"/>
              </a:rPr>
              <a:t>core </a:t>
            </a:r>
            <a:r>
              <a:rPr sz="2000" b="1" spc="-305" dirty="0">
                <a:solidFill>
                  <a:srgbClr val="080503"/>
                </a:solidFill>
                <a:latin typeface="Arial"/>
                <a:cs typeface="Arial"/>
              </a:rPr>
              <a:t>business</a:t>
            </a:r>
            <a:r>
              <a:rPr sz="2000" b="1" spc="2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00" b="1" spc="-265" dirty="0">
                <a:solidFill>
                  <a:srgbClr val="080503"/>
                </a:solidFill>
                <a:latin typeface="Arial"/>
                <a:cs typeface="Arial"/>
              </a:rPr>
              <a:t>logic</a:t>
            </a:r>
            <a:r>
              <a:rPr sz="2000" b="1" spc="14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25" dirty="0">
                <a:solidFill>
                  <a:srgbClr val="080503"/>
                </a:solidFill>
                <a:latin typeface="Arial"/>
                <a:cs typeface="Arial"/>
              </a:rPr>
              <a:t>and </a:t>
            </a:r>
            <a:r>
              <a:rPr sz="1950" spc="-180" dirty="0">
                <a:solidFill>
                  <a:srgbClr val="080503"/>
                </a:solidFill>
                <a:latin typeface="Arial"/>
                <a:cs typeface="Arial"/>
              </a:rPr>
              <a:t>processing</a:t>
            </a:r>
            <a:r>
              <a:rPr sz="195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1950" spc="-160" dirty="0">
                <a:solidFill>
                  <a:srgbClr val="080503"/>
                </a:solidFill>
                <a:latin typeface="Arial"/>
                <a:cs typeface="Arial"/>
              </a:rPr>
              <a:t>bookings.</a:t>
            </a:r>
            <a:endParaRPr sz="19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550" spc="-655" dirty="0">
                <a:solidFill>
                  <a:srgbClr val="080503"/>
                </a:solidFill>
              </a:rPr>
              <a:t>System</a:t>
            </a:r>
            <a:r>
              <a:rPr sz="5550" spc="-540" dirty="0">
                <a:solidFill>
                  <a:srgbClr val="080503"/>
                </a:solidFill>
              </a:rPr>
              <a:t> </a:t>
            </a:r>
            <a:r>
              <a:rPr sz="5550" spc="-745" dirty="0">
                <a:solidFill>
                  <a:srgbClr val="080503"/>
                </a:solidFill>
              </a:rPr>
              <a:t>Component:</a:t>
            </a:r>
            <a:r>
              <a:rPr sz="5550" spc="-315" dirty="0">
                <a:solidFill>
                  <a:srgbClr val="080503"/>
                </a:solidFill>
              </a:rPr>
              <a:t> </a:t>
            </a:r>
            <a:r>
              <a:rPr sz="5550" spc="-994" dirty="0">
                <a:solidFill>
                  <a:srgbClr val="080503"/>
                </a:solidFill>
              </a:rPr>
              <a:t>RESTful</a:t>
            </a:r>
            <a:r>
              <a:rPr sz="5550" spc="-235" dirty="0">
                <a:solidFill>
                  <a:srgbClr val="080503"/>
                </a:solidFill>
              </a:rPr>
              <a:t> </a:t>
            </a:r>
            <a:r>
              <a:rPr sz="5350" spc="-955" dirty="0">
                <a:solidFill>
                  <a:srgbClr val="080503"/>
                </a:solidFill>
              </a:rPr>
              <a:t>API</a:t>
            </a:r>
            <a:endParaRPr sz="5350"/>
          </a:p>
        </p:txBody>
      </p:sp>
      <p:sp>
        <p:nvSpPr>
          <p:cNvPr id="3" name="object 3"/>
          <p:cNvSpPr txBox="1"/>
          <p:nvPr/>
        </p:nvSpPr>
        <p:spPr>
          <a:xfrm>
            <a:off x="6458137" y="2476533"/>
            <a:ext cx="2358390" cy="894080"/>
          </a:xfrm>
          <a:prstGeom prst="rect">
            <a:avLst/>
          </a:prstGeom>
        </p:spPr>
        <p:txBody>
          <a:bodyPr vert="horz" wrap="square" lIns="0" tIns="47625" rIns="0" bIns="0" rtlCol="0">
            <a:spAutoFit/>
          </a:bodyPr>
          <a:lstStyle/>
          <a:p>
            <a:pPr marL="17145" marR="5080" indent="-5080">
              <a:lnSpc>
                <a:spcPct val="88900"/>
              </a:lnSpc>
              <a:spcBef>
                <a:spcPts val="375"/>
              </a:spcBef>
            </a:pPr>
            <a:r>
              <a:rPr sz="2050" spc="-225" dirty="0">
                <a:solidFill>
                  <a:srgbClr val="080503"/>
                </a:solidFill>
                <a:latin typeface="Arial"/>
                <a:cs typeface="Arial"/>
              </a:rPr>
              <a:t>Handles</a:t>
            </a:r>
            <a:r>
              <a:rPr sz="2050" spc="-1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0" dirty="0">
                <a:solidFill>
                  <a:srgbClr val="080503"/>
                </a:solidFill>
                <a:latin typeface="Arial"/>
                <a:cs typeface="Arial"/>
              </a:rPr>
              <a:t>user </a:t>
            </a:r>
            <a:r>
              <a:rPr sz="2050" spc="-180" dirty="0">
                <a:solidFill>
                  <a:srgbClr val="080503"/>
                </a:solidFill>
                <a:latin typeface="Arial"/>
                <a:cs typeface="Arial"/>
              </a:rPr>
              <a:t>authorization</a:t>
            </a:r>
            <a:r>
              <a:rPr sz="2050" spc="10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40" dirty="0">
                <a:solidFill>
                  <a:srgbClr val="080503"/>
                </a:solidFill>
                <a:latin typeface="Arial"/>
                <a:cs typeface="Arial"/>
              </a:rPr>
              <a:t>and</a:t>
            </a:r>
            <a:r>
              <a:rPr sz="2050" spc="-5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200" dirty="0">
                <a:solidFill>
                  <a:srgbClr val="080503"/>
                </a:solidFill>
                <a:latin typeface="Arial"/>
                <a:cs typeface="Arial"/>
              </a:rPr>
              <a:t>secure </a:t>
            </a:r>
            <a:r>
              <a:rPr sz="2050" spc="-210" dirty="0">
                <a:solidFill>
                  <a:srgbClr val="080503"/>
                </a:solidFill>
                <a:latin typeface="Arial"/>
                <a:cs typeface="Arial"/>
              </a:rPr>
              <a:t>data</a:t>
            </a:r>
            <a:r>
              <a:rPr sz="2050" spc="-1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050" spc="-120" dirty="0">
                <a:solidFill>
                  <a:srgbClr val="080503"/>
                </a:solidFill>
                <a:latin typeface="Arial"/>
                <a:cs typeface="Arial"/>
              </a:rPr>
              <a:t>exchange.</a:t>
            </a:r>
            <a:endParaRPr sz="20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252" y="2301910"/>
            <a:ext cx="1409856" cy="129820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806937" y="2288527"/>
            <a:ext cx="1436710" cy="1003764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28262" y="1284761"/>
            <a:ext cx="8701405" cy="0"/>
          </a:xfrm>
          <a:custGeom>
            <a:avLst/>
            <a:gdLst/>
            <a:ahLst/>
            <a:cxnLst/>
            <a:rect l="l" t="t" r="r" b="b"/>
            <a:pathLst>
              <a:path w="8701405">
                <a:moveTo>
                  <a:pt x="0" y="0"/>
                </a:moveTo>
                <a:lnTo>
                  <a:pt x="870082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"/>
              </a:spcBef>
            </a:pPr>
            <a:r>
              <a:rPr sz="5700" spc="-844" dirty="0">
                <a:solidFill>
                  <a:srgbClr val="080503"/>
                </a:solidFill>
              </a:rPr>
              <a:t>System</a:t>
            </a:r>
            <a:r>
              <a:rPr sz="5700" spc="-509" dirty="0">
                <a:solidFill>
                  <a:srgbClr val="080503"/>
                </a:solidFill>
              </a:rPr>
              <a:t> </a:t>
            </a:r>
            <a:r>
              <a:rPr sz="5700" spc="-1005" dirty="0">
                <a:solidFill>
                  <a:srgbClr val="080503"/>
                </a:solidFill>
              </a:rPr>
              <a:t>Component:</a:t>
            </a:r>
            <a:r>
              <a:rPr sz="5700" spc="-445" dirty="0">
                <a:solidFill>
                  <a:srgbClr val="080503"/>
                </a:solidFill>
              </a:rPr>
              <a:t> </a:t>
            </a:r>
            <a:r>
              <a:rPr sz="5700" spc="-944" dirty="0">
                <a:solidFill>
                  <a:srgbClr val="080503"/>
                </a:solidFill>
              </a:rPr>
              <a:t>User</a:t>
            </a:r>
            <a:r>
              <a:rPr sz="5700" spc="-640" dirty="0">
                <a:solidFill>
                  <a:srgbClr val="080503"/>
                </a:solidFill>
              </a:rPr>
              <a:t> </a:t>
            </a:r>
            <a:r>
              <a:rPr sz="5700" spc="-825" dirty="0">
                <a:solidFill>
                  <a:srgbClr val="080503"/>
                </a:solidFill>
              </a:rPr>
              <a:t>Authentication</a:t>
            </a:r>
            <a:endParaRPr sz="5700"/>
          </a:p>
        </p:txBody>
      </p:sp>
      <p:sp>
        <p:nvSpPr>
          <p:cNvPr id="6" name="object 6"/>
          <p:cNvSpPr txBox="1"/>
          <p:nvPr/>
        </p:nvSpPr>
        <p:spPr>
          <a:xfrm>
            <a:off x="1873107" y="2476858"/>
            <a:ext cx="2439035" cy="90170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5240" marR="5080" indent="-3175">
              <a:lnSpc>
                <a:spcPct val="86800"/>
              </a:lnSpc>
              <a:spcBef>
                <a:spcPts val="434"/>
              </a:spcBef>
            </a:pPr>
            <a:r>
              <a:rPr sz="2100" spc="-355" dirty="0">
                <a:solidFill>
                  <a:srgbClr val="080503"/>
                </a:solidFill>
                <a:latin typeface="Arial"/>
                <a:cs typeface="Arial"/>
              </a:rPr>
              <a:t>JSON</a:t>
            </a:r>
            <a:r>
              <a:rPr sz="2100" spc="-2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320" dirty="0">
                <a:solidFill>
                  <a:srgbClr val="080503"/>
                </a:solidFill>
                <a:latin typeface="Arial"/>
                <a:cs typeface="Arial"/>
              </a:rPr>
              <a:t>Web</a:t>
            </a:r>
            <a:r>
              <a:rPr sz="2100" spc="-1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65" dirty="0">
                <a:solidFill>
                  <a:srgbClr val="080503"/>
                </a:solidFill>
                <a:latin typeface="Arial"/>
                <a:cs typeface="Arial"/>
              </a:rPr>
              <a:t>Tokens</a:t>
            </a:r>
            <a:r>
              <a:rPr sz="2100" spc="-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29" dirty="0">
                <a:solidFill>
                  <a:srgbClr val="080503"/>
                </a:solidFill>
                <a:latin typeface="Arial"/>
                <a:cs typeface="Arial"/>
              </a:rPr>
              <a:t>(JWT) </a:t>
            </a:r>
            <a:r>
              <a:rPr sz="2100" spc="-120" dirty="0">
                <a:solidFill>
                  <a:srgbClr val="080503"/>
                </a:solidFill>
                <a:latin typeface="Arial"/>
                <a:cs typeface="Arial"/>
              </a:rPr>
              <a:t>for</a:t>
            </a:r>
            <a:r>
              <a:rPr sz="2100" spc="-9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29" dirty="0">
                <a:solidFill>
                  <a:srgbClr val="080503"/>
                </a:solidFill>
                <a:latin typeface="Arial"/>
                <a:cs typeface="Arial"/>
              </a:rPr>
              <a:t>secure</a:t>
            </a:r>
            <a:r>
              <a:rPr sz="2100" spc="-1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65" dirty="0">
                <a:solidFill>
                  <a:srgbClr val="080503"/>
                </a:solidFill>
                <a:latin typeface="Arial"/>
                <a:cs typeface="Arial"/>
              </a:rPr>
              <a:t>session </a:t>
            </a:r>
            <a:r>
              <a:rPr sz="2100" spc="-145" dirty="0">
                <a:solidFill>
                  <a:srgbClr val="080503"/>
                </a:solidFill>
                <a:latin typeface="Arial"/>
                <a:cs typeface="Arial"/>
              </a:rPr>
              <a:t>maintenance.</a:t>
            </a:r>
            <a:endParaRPr sz="21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979389" y="3379131"/>
            <a:ext cx="139573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13105" algn="l"/>
              </a:tabLst>
            </a:pPr>
            <a:r>
              <a:rPr sz="900" u="heavy" spc="33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,..</a:t>
            </a:r>
            <a:r>
              <a:rPr sz="900" u="heavy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	</a:t>
            </a:r>
            <a:r>
              <a:rPr sz="900" u="heavy" spc="43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-</a:t>
            </a:r>
            <a:r>
              <a:rPr sz="900" u="heavy" spc="36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[</a:t>
            </a:r>
            <a:r>
              <a:rPr sz="900" u="none" spc="-50" dirty="0">
                <a:solidFill>
                  <a:srgbClr val="7B645B"/>
                </a:solidFill>
                <a:latin typeface="Arial"/>
                <a:cs typeface="Arial"/>
              </a:rPr>
              <a:t> </a:t>
            </a:r>
            <a:r>
              <a:rPr sz="900" b="1" u="heavy" spc="-85" dirty="0">
                <a:solidFill>
                  <a:srgbClr val="4B2B23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Backend</a:t>
            </a:r>
            <a:r>
              <a:rPr sz="900" b="1" u="heavy" spc="65" dirty="0">
                <a:solidFill>
                  <a:srgbClr val="4B2B23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 </a:t>
            </a:r>
            <a:r>
              <a:rPr sz="900" u="heavy" spc="-50" dirty="0">
                <a:solidFill>
                  <a:srgbClr val="7B645B"/>
                </a:solidFill>
                <a:uFill>
                  <a:solidFill>
                    <a:srgbClr val="7B645B"/>
                  </a:solidFill>
                </a:uFill>
                <a:latin typeface="Arial"/>
                <a:cs typeface="Arial"/>
              </a:rPr>
              <a:t>]</a:t>
            </a:r>
            <a:endParaRPr sz="9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569048" y="2476858"/>
            <a:ext cx="2169795" cy="90170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 marR="5080" indent="3175" algn="just">
              <a:lnSpc>
                <a:spcPct val="86800"/>
              </a:lnSpc>
              <a:spcBef>
                <a:spcPts val="434"/>
              </a:spcBef>
            </a:pPr>
            <a:r>
              <a:rPr sz="2100" spc="-285" dirty="0">
                <a:solidFill>
                  <a:srgbClr val="080503"/>
                </a:solidFill>
                <a:latin typeface="Arial"/>
                <a:cs typeface="Arial"/>
              </a:rPr>
              <a:t>Encodes</a:t>
            </a:r>
            <a:r>
              <a:rPr sz="2100" spc="16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50" dirty="0">
                <a:solidFill>
                  <a:srgbClr val="080503"/>
                </a:solidFill>
                <a:latin typeface="Arial"/>
                <a:cs typeface="Arial"/>
              </a:rPr>
              <a:t>user</a:t>
            </a:r>
            <a:r>
              <a:rPr sz="2100" spc="12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65" dirty="0">
                <a:solidFill>
                  <a:srgbClr val="080503"/>
                </a:solidFill>
                <a:latin typeface="Arial"/>
                <a:cs typeface="Arial"/>
              </a:rPr>
              <a:t>info</a:t>
            </a:r>
            <a:r>
              <a:rPr sz="2100" spc="35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80503"/>
                </a:solidFill>
                <a:latin typeface="Arial"/>
                <a:cs typeface="Arial"/>
              </a:rPr>
              <a:t>to </a:t>
            </a:r>
            <a:r>
              <a:rPr sz="2100" spc="-180" dirty="0">
                <a:solidFill>
                  <a:srgbClr val="080503"/>
                </a:solidFill>
                <a:latin typeface="Arial"/>
                <a:cs typeface="Arial"/>
              </a:rPr>
              <a:t>verify</a:t>
            </a:r>
            <a:r>
              <a:rPr sz="210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50" dirty="0">
                <a:solidFill>
                  <a:srgbClr val="080503"/>
                </a:solidFill>
                <a:latin typeface="Arial"/>
                <a:cs typeface="Arial"/>
              </a:rPr>
              <a:t>identity</a:t>
            </a:r>
            <a:r>
              <a:rPr sz="2100" spc="30" dirty="0">
                <a:solidFill>
                  <a:srgbClr val="080503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80503"/>
                </a:solidFill>
                <a:latin typeface="Arial"/>
                <a:cs typeface="Arial"/>
              </a:rPr>
              <a:t>across </a:t>
            </a:r>
            <a:r>
              <a:rPr sz="2100" spc="-165" dirty="0">
                <a:solidFill>
                  <a:srgbClr val="080503"/>
                </a:solidFill>
                <a:latin typeface="Arial"/>
                <a:cs typeface="Arial"/>
              </a:rPr>
              <a:t>the </a:t>
            </a:r>
            <a:r>
              <a:rPr sz="2100" spc="-170" dirty="0">
                <a:solidFill>
                  <a:srgbClr val="080503"/>
                </a:solidFill>
                <a:latin typeface="Arial"/>
                <a:cs typeface="Arial"/>
              </a:rPr>
              <a:t>frontend/backend.</a:t>
            </a:r>
            <a:endParaRPr sz="21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42342" y="1525665"/>
            <a:ext cx="4552315" cy="2931160"/>
            <a:chOff x="2242342" y="1525665"/>
            <a:chExt cx="4552315" cy="293116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42342" y="1967322"/>
              <a:ext cx="4551819" cy="2489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994590" y="1525665"/>
              <a:ext cx="0" cy="441959"/>
            </a:xfrm>
            <a:custGeom>
              <a:avLst/>
              <a:gdLst/>
              <a:ahLst/>
              <a:cxnLst/>
              <a:rect l="l" t="t" r="r" b="b"/>
              <a:pathLst>
                <a:path h="441960">
                  <a:moveTo>
                    <a:pt x="0" y="441656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7371530" y="1525665"/>
            <a:ext cx="0" cy="3185795"/>
          </a:xfrm>
          <a:custGeom>
            <a:avLst/>
            <a:gdLst/>
            <a:ahLst/>
            <a:cxnLst/>
            <a:rect l="l" t="t" r="r" b="b"/>
            <a:pathLst>
              <a:path h="3185795">
                <a:moveTo>
                  <a:pt x="0" y="31852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28262" y="1278069"/>
            <a:ext cx="8728075" cy="0"/>
          </a:xfrm>
          <a:custGeom>
            <a:avLst/>
            <a:gdLst/>
            <a:ahLst/>
            <a:cxnLst/>
            <a:rect l="l" t="t" r="r" b="b"/>
            <a:pathLst>
              <a:path w="8728075">
                <a:moveTo>
                  <a:pt x="0" y="0"/>
                </a:moveTo>
                <a:lnTo>
                  <a:pt x="872767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987877" y="1532356"/>
            <a:ext cx="3397250" cy="0"/>
          </a:xfrm>
          <a:custGeom>
            <a:avLst/>
            <a:gdLst/>
            <a:ahLst/>
            <a:cxnLst/>
            <a:rect l="l" t="t" r="r" b="b"/>
            <a:pathLst>
              <a:path w="3397250">
                <a:moveTo>
                  <a:pt x="0" y="0"/>
                </a:moveTo>
                <a:lnTo>
                  <a:pt x="339708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276888" y="1960629"/>
            <a:ext cx="873125" cy="0"/>
          </a:xfrm>
          <a:custGeom>
            <a:avLst/>
            <a:gdLst/>
            <a:ahLst/>
            <a:cxnLst/>
            <a:rect l="l" t="t" r="r" b="b"/>
            <a:pathLst>
              <a:path w="873125">
                <a:moveTo>
                  <a:pt x="0" y="0"/>
                </a:moveTo>
                <a:lnTo>
                  <a:pt x="872768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129188" y="3124996"/>
            <a:ext cx="1181735" cy="0"/>
          </a:xfrm>
          <a:custGeom>
            <a:avLst/>
            <a:gdLst/>
            <a:ahLst/>
            <a:cxnLst/>
            <a:rect l="l" t="t" r="r" b="b"/>
            <a:pathLst>
              <a:path w="1181735">
                <a:moveTo>
                  <a:pt x="0" y="0"/>
                </a:moveTo>
                <a:lnTo>
                  <a:pt x="118159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69470" y="3285599"/>
            <a:ext cx="1141730" cy="0"/>
          </a:xfrm>
          <a:custGeom>
            <a:avLst/>
            <a:gdLst/>
            <a:ahLst/>
            <a:cxnLst/>
            <a:rect l="l" t="t" r="r" b="b"/>
            <a:pathLst>
              <a:path w="1141729">
                <a:moveTo>
                  <a:pt x="0" y="0"/>
                </a:moveTo>
                <a:lnTo>
                  <a:pt x="1141312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82897" y="3780790"/>
            <a:ext cx="1128395" cy="0"/>
          </a:xfrm>
          <a:custGeom>
            <a:avLst/>
            <a:gdLst/>
            <a:ahLst/>
            <a:cxnLst/>
            <a:rect l="l" t="t" r="r" b="b"/>
            <a:pathLst>
              <a:path w="1128395">
                <a:moveTo>
                  <a:pt x="0" y="0"/>
                </a:moveTo>
                <a:lnTo>
                  <a:pt x="112788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182897" y="3941392"/>
            <a:ext cx="1047750" cy="0"/>
          </a:xfrm>
          <a:custGeom>
            <a:avLst/>
            <a:gdLst/>
            <a:ahLst/>
            <a:cxnLst/>
            <a:rect l="l" t="t" r="r" b="b"/>
            <a:pathLst>
              <a:path w="1047750">
                <a:moveTo>
                  <a:pt x="0" y="0"/>
                </a:moveTo>
                <a:lnTo>
                  <a:pt x="104732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182897" y="4436582"/>
            <a:ext cx="1303020" cy="0"/>
          </a:xfrm>
          <a:custGeom>
            <a:avLst/>
            <a:gdLst/>
            <a:ahLst/>
            <a:cxnLst/>
            <a:rect l="l" t="t" r="r" b="b"/>
            <a:pathLst>
              <a:path w="1303020">
                <a:moveTo>
                  <a:pt x="0" y="0"/>
                </a:moveTo>
                <a:lnTo>
                  <a:pt x="130243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3987877" y="4690869"/>
            <a:ext cx="3397250" cy="0"/>
          </a:xfrm>
          <a:custGeom>
            <a:avLst/>
            <a:gdLst/>
            <a:ahLst/>
            <a:cxnLst/>
            <a:rect l="l" t="t" r="r" b="b"/>
            <a:pathLst>
              <a:path w="3397250">
                <a:moveTo>
                  <a:pt x="0" y="0"/>
                </a:moveTo>
                <a:lnTo>
                  <a:pt x="3397080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13335">
              <a:lnSpc>
                <a:spcPct val="100000"/>
              </a:lnSpc>
              <a:spcBef>
                <a:spcPts val="115"/>
              </a:spcBef>
            </a:pPr>
            <a:r>
              <a:rPr sz="5750" spc="-869" dirty="0">
                <a:solidFill>
                  <a:srgbClr val="110805"/>
                </a:solidFill>
              </a:rPr>
              <a:t>Use</a:t>
            </a:r>
            <a:r>
              <a:rPr sz="5750" spc="-635" dirty="0">
                <a:solidFill>
                  <a:srgbClr val="110805"/>
                </a:solidFill>
              </a:rPr>
              <a:t> </a:t>
            </a:r>
            <a:r>
              <a:rPr sz="5750" spc="-890" dirty="0">
                <a:solidFill>
                  <a:srgbClr val="110805"/>
                </a:solidFill>
              </a:rPr>
              <a:t>Case</a:t>
            </a:r>
            <a:r>
              <a:rPr sz="5750" spc="-400" dirty="0">
                <a:solidFill>
                  <a:srgbClr val="110805"/>
                </a:solidFill>
              </a:rPr>
              <a:t> </a:t>
            </a:r>
            <a:r>
              <a:rPr sz="5750" spc="-919" dirty="0">
                <a:solidFill>
                  <a:srgbClr val="110805"/>
                </a:solidFill>
              </a:rPr>
              <a:t>Diagram</a:t>
            </a:r>
            <a:r>
              <a:rPr sz="5750" spc="-250" dirty="0">
                <a:solidFill>
                  <a:srgbClr val="110805"/>
                </a:solidFill>
              </a:rPr>
              <a:t>:</a:t>
            </a:r>
            <a:r>
              <a:rPr sz="5750" spc="-930" dirty="0">
                <a:solidFill>
                  <a:srgbClr val="110805"/>
                </a:solidFill>
              </a:rPr>
              <a:t>Travele</a:t>
            </a:r>
            <a:r>
              <a:rPr sz="5750" spc="-919" dirty="0">
                <a:solidFill>
                  <a:srgbClr val="110805"/>
                </a:solidFill>
              </a:rPr>
              <a:t>r</a:t>
            </a:r>
            <a:r>
              <a:rPr sz="5750" spc="-250" dirty="0">
                <a:solidFill>
                  <a:srgbClr val="110805"/>
                </a:solidFill>
              </a:rPr>
              <a:t> </a:t>
            </a:r>
            <a:r>
              <a:rPr sz="5750" spc="-790" dirty="0">
                <a:solidFill>
                  <a:srgbClr val="110805"/>
                </a:solidFill>
              </a:rPr>
              <a:t>Interaction</a:t>
            </a:r>
            <a:endParaRPr sz="5750"/>
          </a:p>
        </p:txBody>
      </p:sp>
      <p:sp>
        <p:nvSpPr>
          <p:cNvPr id="16" name="object 16"/>
          <p:cNvSpPr txBox="1"/>
          <p:nvPr/>
        </p:nvSpPr>
        <p:spPr>
          <a:xfrm>
            <a:off x="2109487" y="3500373"/>
            <a:ext cx="765175" cy="3390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50" spc="-210" dirty="0">
                <a:solidFill>
                  <a:srgbClr val="110805"/>
                </a:solidFill>
                <a:latin typeface="Arial"/>
                <a:cs typeface="Arial"/>
              </a:rPr>
              <a:t>Traveler</a:t>
            </a:r>
            <a:endParaRPr sz="20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994590" y="1557810"/>
            <a:ext cx="3370579" cy="27825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095375">
              <a:lnSpc>
                <a:spcPct val="100000"/>
              </a:lnSpc>
              <a:spcBef>
                <a:spcPts val="105"/>
              </a:spcBef>
            </a:pPr>
            <a:r>
              <a:rPr sz="1750" spc="-215" dirty="0">
                <a:solidFill>
                  <a:srgbClr val="110805"/>
                </a:solidFill>
                <a:latin typeface="Arial"/>
                <a:cs typeface="Arial"/>
              </a:rPr>
              <a:t>Travel</a:t>
            </a:r>
            <a:r>
              <a:rPr sz="1750" spc="-8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110805"/>
                </a:solidFill>
                <a:latin typeface="Arial"/>
                <a:cs typeface="Arial"/>
              </a:rPr>
              <a:t>Platform</a:t>
            </a:r>
            <a:endParaRPr sz="175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7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5"/>
              </a:spcBef>
            </a:pPr>
            <a:endParaRPr sz="1750">
              <a:latin typeface="Arial"/>
              <a:cs typeface="Arial"/>
            </a:endParaRPr>
          </a:p>
          <a:p>
            <a:pPr marL="1265555" marR="1071880" indent="-119380">
              <a:lnSpc>
                <a:spcPct val="247100"/>
              </a:lnSpc>
            </a:pPr>
            <a:r>
              <a:rPr sz="1750" spc="-229" dirty="0">
                <a:solidFill>
                  <a:srgbClr val="110805"/>
                </a:solidFill>
                <a:latin typeface="Arial"/>
                <a:cs typeface="Arial"/>
              </a:rPr>
              <a:t>View</a:t>
            </a:r>
            <a:r>
              <a:rPr sz="1750" spc="-12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229" dirty="0">
                <a:solidFill>
                  <a:srgbClr val="110805"/>
                </a:solidFill>
                <a:latin typeface="Arial"/>
                <a:cs typeface="Arial"/>
              </a:rPr>
              <a:t>packages Add </a:t>
            </a:r>
            <a:r>
              <a:rPr sz="1750" spc="-85" dirty="0">
                <a:solidFill>
                  <a:srgbClr val="110805"/>
                </a:solidFill>
                <a:latin typeface="Arial"/>
                <a:cs typeface="Arial"/>
              </a:rPr>
              <a:t>to</a:t>
            </a:r>
            <a:r>
              <a:rPr sz="1750" spc="-150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20" dirty="0">
                <a:solidFill>
                  <a:srgbClr val="110805"/>
                </a:solidFill>
                <a:latin typeface="Arial"/>
                <a:cs typeface="Arial"/>
              </a:rPr>
              <a:t>Cart </a:t>
            </a:r>
            <a:r>
              <a:rPr sz="1750" spc="-215" dirty="0">
                <a:solidFill>
                  <a:srgbClr val="110805"/>
                </a:solidFill>
                <a:latin typeface="Arial"/>
                <a:cs typeface="Arial"/>
              </a:rPr>
              <a:t>Book</a:t>
            </a:r>
            <a:r>
              <a:rPr sz="1750" spc="-114" dirty="0">
                <a:solidFill>
                  <a:srgbClr val="110805"/>
                </a:solidFill>
                <a:latin typeface="Arial"/>
                <a:cs typeface="Arial"/>
              </a:rPr>
              <a:t> </a:t>
            </a:r>
            <a:r>
              <a:rPr sz="1750" spc="-65" dirty="0">
                <a:solidFill>
                  <a:srgbClr val="110805"/>
                </a:solidFill>
                <a:latin typeface="Arial"/>
                <a:cs typeface="Arial"/>
              </a:rPr>
              <a:t>Travel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28914" y="1512281"/>
            <a:ext cx="6324600" cy="2957830"/>
            <a:chOff x="2228914" y="1512281"/>
            <a:chExt cx="6324600" cy="29578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228914" y="1980705"/>
              <a:ext cx="6324210" cy="2489337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3987877" y="1525665"/>
              <a:ext cx="0" cy="455295"/>
            </a:xfrm>
            <a:custGeom>
              <a:avLst/>
              <a:gdLst/>
              <a:ahLst/>
              <a:cxnLst/>
              <a:rect l="l" t="t" r="r" b="b"/>
              <a:pathLst>
                <a:path h="455294">
                  <a:moveTo>
                    <a:pt x="0" y="455039"/>
                  </a:moveTo>
                  <a:lnTo>
                    <a:pt x="0" y="0"/>
                  </a:lnTo>
                </a:path>
              </a:pathLst>
            </a:custGeom>
            <a:ln w="13427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384958" y="1512281"/>
              <a:ext cx="0" cy="468630"/>
            </a:xfrm>
            <a:custGeom>
              <a:avLst/>
              <a:gdLst/>
              <a:ahLst/>
              <a:cxnLst/>
              <a:rect l="l" t="t" r="r" b="b"/>
              <a:pathLst>
                <a:path h="468630">
                  <a:moveTo>
                    <a:pt x="0" y="468423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/>
          <p:nvPr/>
        </p:nvSpPr>
        <p:spPr>
          <a:xfrm>
            <a:off x="187980" y="1271377"/>
            <a:ext cx="8795385" cy="0"/>
          </a:xfrm>
          <a:custGeom>
            <a:avLst/>
            <a:gdLst/>
            <a:ahLst/>
            <a:cxnLst/>
            <a:rect l="l" t="t" r="r" b="b"/>
            <a:pathLst>
              <a:path w="8795385">
                <a:moveTo>
                  <a:pt x="0" y="0"/>
                </a:moveTo>
                <a:lnTo>
                  <a:pt x="879481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4028159" y="1518973"/>
            <a:ext cx="3383915" cy="0"/>
          </a:xfrm>
          <a:custGeom>
            <a:avLst/>
            <a:gdLst/>
            <a:ahLst/>
            <a:cxnLst/>
            <a:rect l="l" t="t" r="r" b="b"/>
            <a:pathLst>
              <a:path w="3383915">
                <a:moveTo>
                  <a:pt x="0" y="0"/>
                </a:moveTo>
                <a:lnTo>
                  <a:pt x="3383653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69470" y="1960629"/>
            <a:ext cx="1101090" cy="0"/>
          </a:xfrm>
          <a:custGeom>
            <a:avLst/>
            <a:gdLst/>
            <a:ahLst/>
            <a:cxnLst/>
            <a:rect l="l" t="t" r="r" b="b"/>
            <a:pathLst>
              <a:path w="1101089">
                <a:moveTo>
                  <a:pt x="0" y="0"/>
                </a:moveTo>
                <a:lnTo>
                  <a:pt x="1101030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169470" y="3800864"/>
            <a:ext cx="1087755" cy="0"/>
          </a:xfrm>
          <a:custGeom>
            <a:avLst/>
            <a:gdLst/>
            <a:ahLst/>
            <a:cxnLst/>
            <a:rect l="l" t="t" r="r" b="b"/>
            <a:pathLst>
              <a:path w="1087754">
                <a:moveTo>
                  <a:pt x="0" y="0"/>
                </a:moveTo>
                <a:lnTo>
                  <a:pt x="108760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69470" y="3954775"/>
            <a:ext cx="1087755" cy="0"/>
          </a:xfrm>
          <a:custGeom>
            <a:avLst/>
            <a:gdLst/>
            <a:ahLst/>
            <a:cxnLst/>
            <a:rect l="l" t="t" r="r" b="b"/>
            <a:pathLst>
              <a:path w="1087754">
                <a:moveTo>
                  <a:pt x="0" y="0"/>
                </a:moveTo>
                <a:lnTo>
                  <a:pt x="108760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69470" y="4456658"/>
            <a:ext cx="1289050" cy="0"/>
          </a:xfrm>
          <a:custGeom>
            <a:avLst/>
            <a:gdLst/>
            <a:ahLst/>
            <a:cxnLst/>
            <a:rect l="l" t="t" r="r" b="b"/>
            <a:pathLst>
              <a:path w="1289050">
                <a:moveTo>
                  <a:pt x="0" y="0"/>
                </a:moveTo>
                <a:lnTo>
                  <a:pt x="128901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3974450" y="4697562"/>
            <a:ext cx="3437890" cy="0"/>
          </a:xfrm>
          <a:custGeom>
            <a:avLst/>
            <a:gdLst/>
            <a:ahLst/>
            <a:cxnLst/>
            <a:rect l="l" t="t" r="r" b="b"/>
            <a:pathLst>
              <a:path w="3437890">
                <a:moveTo>
                  <a:pt x="0" y="0"/>
                </a:moveTo>
                <a:lnTo>
                  <a:pt x="3437362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15"/>
              </a:spcBef>
            </a:pPr>
            <a:r>
              <a:rPr sz="5500" spc="-1005" dirty="0">
                <a:solidFill>
                  <a:srgbClr val="0A0705"/>
                </a:solidFill>
              </a:rPr>
              <a:t>Us</a:t>
            </a:r>
            <a:r>
              <a:rPr sz="5500" spc="-315" dirty="0">
                <a:solidFill>
                  <a:srgbClr val="0A0705"/>
                </a:solidFill>
              </a:rPr>
              <a:t>e</a:t>
            </a:r>
            <a:r>
              <a:rPr sz="5500" spc="-1005" dirty="0">
                <a:solidFill>
                  <a:srgbClr val="0A0705"/>
                </a:solidFill>
              </a:rPr>
              <a:t>Cas</a:t>
            </a:r>
            <a:r>
              <a:rPr sz="5500" spc="-994" dirty="0">
                <a:solidFill>
                  <a:srgbClr val="0A0705"/>
                </a:solidFill>
              </a:rPr>
              <a:t>e</a:t>
            </a:r>
            <a:r>
              <a:rPr sz="5500" spc="-445" dirty="0">
                <a:solidFill>
                  <a:srgbClr val="0A0705"/>
                </a:solidFill>
              </a:rPr>
              <a:t> </a:t>
            </a:r>
            <a:r>
              <a:rPr sz="5500" spc="-1075" dirty="0">
                <a:solidFill>
                  <a:srgbClr val="0A0705"/>
                </a:solidFill>
              </a:rPr>
              <a:t>Diagram:</a:t>
            </a:r>
            <a:r>
              <a:rPr sz="5500" spc="-530" dirty="0">
                <a:solidFill>
                  <a:srgbClr val="0A0705"/>
                </a:solidFill>
              </a:rPr>
              <a:t> </a:t>
            </a:r>
            <a:r>
              <a:rPr sz="5500" spc="-1205" dirty="0">
                <a:solidFill>
                  <a:srgbClr val="0A0705"/>
                </a:solidFill>
              </a:rPr>
              <a:t>Admin</a:t>
            </a:r>
            <a:r>
              <a:rPr sz="5500" spc="-570" dirty="0">
                <a:solidFill>
                  <a:srgbClr val="0A0705"/>
                </a:solidFill>
              </a:rPr>
              <a:t> </a:t>
            </a:r>
            <a:r>
              <a:rPr sz="5200" b="0" spc="-885" dirty="0">
                <a:solidFill>
                  <a:srgbClr val="0A0705"/>
                </a:solidFill>
                <a:latin typeface="Times New Roman"/>
                <a:cs typeface="Times New Roman"/>
              </a:rPr>
              <a:t>&amp;</a:t>
            </a:r>
            <a:r>
              <a:rPr sz="5500" spc="-885" dirty="0">
                <a:solidFill>
                  <a:srgbClr val="0A0705"/>
                </a:solidFill>
              </a:rPr>
              <a:t>Service</a:t>
            </a:r>
            <a:r>
              <a:rPr sz="5500" spc="-375" dirty="0">
                <a:solidFill>
                  <a:srgbClr val="0A0705"/>
                </a:solidFill>
              </a:rPr>
              <a:t> </a:t>
            </a:r>
            <a:r>
              <a:rPr sz="5500" spc="-980" dirty="0">
                <a:solidFill>
                  <a:srgbClr val="0A0705"/>
                </a:solidFill>
              </a:rPr>
              <a:t>Provider</a:t>
            </a:r>
            <a:endParaRPr sz="5500">
              <a:latin typeface="Times New Roman"/>
              <a:cs typeface="Times New Roman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77779" y="1551118"/>
            <a:ext cx="126047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185" dirty="0">
                <a:solidFill>
                  <a:srgbClr val="0A0705"/>
                </a:solidFill>
                <a:latin typeface="Arial"/>
                <a:cs typeface="Arial"/>
              </a:rPr>
              <a:t>T</a:t>
            </a:r>
            <a:r>
              <a:rPr sz="1750" spc="-185" dirty="0">
                <a:solidFill>
                  <a:srgbClr val="231D1A"/>
                </a:solidFill>
                <a:latin typeface="Arial"/>
                <a:cs typeface="Arial"/>
              </a:rPr>
              <a:t>ravel</a:t>
            </a:r>
            <a:r>
              <a:rPr sz="1750" spc="-210" dirty="0">
                <a:solidFill>
                  <a:srgbClr val="231D1A"/>
                </a:solidFill>
                <a:latin typeface="Arial"/>
                <a:cs typeface="Arial"/>
              </a:rPr>
              <a:t> </a:t>
            </a:r>
            <a:r>
              <a:rPr sz="1750" spc="-105" dirty="0">
                <a:solidFill>
                  <a:srgbClr val="0A0705"/>
                </a:solidFill>
                <a:latin typeface="Arial"/>
                <a:cs typeface="Arial"/>
              </a:rPr>
              <a:t>P</a:t>
            </a:r>
            <a:r>
              <a:rPr sz="1750" spc="-105" dirty="0">
                <a:solidFill>
                  <a:srgbClr val="231D1A"/>
                </a:solidFill>
                <a:latin typeface="Arial"/>
                <a:cs typeface="Arial"/>
              </a:rPr>
              <a:t>latfo</a:t>
            </a:r>
            <a:r>
              <a:rPr sz="1750" spc="-105" dirty="0">
                <a:solidFill>
                  <a:srgbClr val="0A0705"/>
                </a:solidFill>
                <a:latin typeface="Arial"/>
                <a:cs typeface="Arial"/>
              </a:rPr>
              <a:t>rm</a:t>
            </a:r>
            <a:endParaRPr sz="175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69629" y="3507390"/>
            <a:ext cx="626110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265" dirty="0">
                <a:solidFill>
                  <a:srgbClr val="0A0705"/>
                </a:solidFill>
                <a:latin typeface="Arial"/>
                <a:cs typeface="Arial"/>
              </a:rPr>
              <a:t>Admin</a:t>
            </a:r>
            <a:endParaRPr sz="21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221223" y="3398044"/>
            <a:ext cx="105600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ve</a:t>
            </a:r>
            <a:r>
              <a:rPr sz="1750" spc="-24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booking</a:t>
            </a:r>
            <a:r>
              <a:rPr sz="1750" spc="-6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280A05"/>
                </a:solidFill>
                <a:latin typeface="Arial"/>
                <a:cs typeface="Arial"/>
              </a:rPr>
              <a:t>d</a:t>
            </a:r>
            <a:endParaRPr sz="175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868549" y="3507390"/>
            <a:ext cx="81470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200" dirty="0">
                <a:solidFill>
                  <a:srgbClr val="0A0705"/>
                </a:solidFill>
                <a:latin typeface="Arial"/>
                <a:cs typeface="Arial"/>
              </a:rPr>
              <a:t>Provider</a:t>
            </a:r>
            <a:endParaRPr sz="21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5156107" y="4060530"/>
            <a:ext cx="1174750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750" spc="-245" dirty="0">
                <a:solidFill>
                  <a:srgbClr val="280A05"/>
                </a:solidFill>
                <a:latin typeface="Arial"/>
                <a:cs typeface="Arial"/>
              </a:rPr>
              <a:t>de</a:t>
            </a:r>
            <a:r>
              <a:rPr sz="1750" spc="-19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75" dirty="0">
                <a:solidFill>
                  <a:srgbClr val="280A05"/>
                </a:solidFill>
                <a:latin typeface="Arial"/>
                <a:cs typeface="Arial"/>
              </a:rPr>
              <a:t>transport</a:t>
            </a:r>
            <a:r>
              <a:rPr sz="1750" spc="-40" dirty="0">
                <a:solidFill>
                  <a:srgbClr val="280A05"/>
                </a:solidFill>
                <a:latin typeface="Arial"/>
                <a:cs typeface="Arial"/>
              </a:rPr>
              <a:t> </a:t>
            </a:r>
            <a:r>
              <a:rPr sz="1750" spc="-160" dirty="0">
                <a:solidFill>
                  <a:srgbClr val="280A05"/>
                </a:solidFill>
                <a:latin typeface="Arial"/>
                <a:cs typeface="Arial"/>
              </a:rPr>
              <a:t>se</a:t>
            </a:r>
            <a:endParaRPr sz="1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62534" y="1994089"/>
            <a:ext cx="8472805" cy="1499235"/>
            <a:chOff x="362534" y="1994089"/>
            <a:chExt cx="8472805" cy="149923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62534" y="2770333"/>
              <a:ext cx="1248729" cy="588875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24690" y="1994089"/>
              <a:ext cx="7210404" cy="1498955"/>
            </a:xfrm>
            <a:prstGeom prst="rect">
              <a:avLst/>
            </a:prstGeom>
          </p:spPr>
        </p:pic>
      </p:grpSp>
      <p:sp>
        <p:nvSpPr>
          <p:cNvPr id="5" name="object 5"/>
          <p:cNvSpPr/>
          <p:nvPr/>
        </p:nvSpPr>
        <p:spPr>
          <a:xfrm>
            <a:off x="174553" y="1271377"/>
            <a:ext cx="8808720" cy="0"/>
          </a:xfrm>
          <a:custGeom>
            <a:avLst/>
            <a:gdLst/>
            <a:ahLst/>
            <a:cxnLst/>
            <a:rect l="l" t="t" r="r" b="b"/>
            <a:pathLst>
              <a:path w="8808720">
                <a:moveTo>
                  <a:pt x="0" y="0"/>
                </a:moveTo>
                <a:lnTo>
                  <a:pt x="8808240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948247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40">
                <a:moveTo>
                  <a:pt x="0" y="0"/>
                </a:moveTo>
                <a:lnTo>
                  <a:pt x="1450137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773042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39">
                <a:moveTo>
                  <a:pt x="0" y="0"/>
                </a:moveTo>
                <a:lnTo>
                  <a:pt x="145013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1624690" y="3526503"/>
            <a:ext cx="1450340" cy="0"/>
          </a:xfrm>
          <a:custGeom>
            <a:avLst/>
            <a:gdLst/>
            <a:ahLst/>
            <a:cxnLst/>
            <a:rect l="l" t="t" r="r" b="b"/>
            <a:pathLst>
              <a:path w="1450339">
                <a:moveTo>
                  <a:pt x="0" y="0"/>
                </a:moveTo>
                <a:lnTo>
                  <a:pt x="1450136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4605" rIns="0" bIns="0" rtlCol="0">
            <a:spAutoFit/>
          </a:bodyPr>
          <a:lstStyle/>
          <a:p>
            <a:pPr marL="292735">
              <a:lnSpc>
                <a:spcPct val="100000"/>
              </a:lnSpc>
              <a:spcBef>
                <a:spcPts val="115"/>
              </a:spcBef>
            </a:pPr>
            <a:r>
              <a:rPr sz="5750" spc="-755" dirty="0">
                <a:solidFill>
                  <a:srgbClr val="080303"/>
                </a:solidFill>
              </a:rPr>
              <a:t>Activity</a:t>
            </a:r>
            <a:r>
              <a:rPr sz="5750" spc="-295" dirty="0">
                <a:solidFill>
                  <a:srgbClr val="080303"/>
                </a:solidFill>
              </a:rPr>
              <a:t> </a:t>
            </a:r>
            <a:r>
              <a:rPr sz="5750" spc="-944" dirty="0">
                <a:solidFill>
                  <a:srgbClr val="080303"/>
                </a:solidFill>
              </a:rPr>
              <a:t>Diagram:</a:t>
            </a:r>
            <a:r>
              <a:rPr sz="5750" spc="-550" dirty="0">
                <a:solidFill>
                  <a:srgbClr val="080303"/>
                </a:solidFill>
              </a:rPr>
              <a:t> </a:t>
            </a:r>
            <a:r>
              <a:rPr sz="5750" spc="-935" dirty="0">
                <a:solidFill>
                  <a:srgbClr val="080303"/>
                </a:solidFill>
              </a:rPr>
              <a:t>The</a:t>
            </a:r>
            <a:r>
              <a:rPr sz="5750" spc="-520" dirty="0">
                <a:solidFill>
                  <a:srgbClr val="080303"/>
                </a:solidFill>
              </a:rPr>
              <a:t> </a:t>
            </a:r>
            <a:r>
              <a:rPr sz="5750" spc="-819" dirty="0">
                <a:solidFill>
                  <a:srgbClr val="080303"/>
                </a:solidFill>
              </a:rPr>
              <a:t>Booking</a:t>
            </a:r>
            <a:r>
              <a:rPr sz="5750" spc="-395" dirty="0">
                <a:solidFill>
                  <a:srgbClr val="080303"/>
                </a:solidFill>
              </a:rPr>
              <a:t> </a:t>
            </a:r>
            <a:r>
              <a:rPr sz="5750" spc="-940" dirty="0">
                <a:solidFill>
                  <a:srgbClr val="080303"/>
                </a:solidFill>
              </a:rPr>
              <a:t>Flow</a:t>
            </a:r>
            <a:endParaRPr sz="5750"/>
          </a:p>
        </p:txBody>
      </p:sp>
      <p:sp>
        <p:nvSpPr>
          <p:cNvPr id="10" name="object 10"/>
          <p:cNvSpPr txBox="1"/>
          <p:nvPr/>
        </p:nvSpPr>
        <p:spPr>
          <a:xfrm>
            <a:off x="1953573" y="2749919"/>
            <a:ext cx="774065" cy="58356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 marL="12700" marR="5080" indent="41910">
              <a:lnSpc>
                <a:spcPts val="2110"/>
              </a:lnSpc>
              <a:spcBef>
                <a:spcPts val="315"/>
              </a:spcBef>
            </a:pPr>
            <a:r>
              <a:rPr sz="1900" spc="-190" dirty="0">
                <a:solidFill>
                  <a:srgbClr val="080303"/>
                </a:solidFill>
                <a:latin typeface="Arial"/>
                <a:cs typeface="Arial"/>
              </a:rPr>
              <a:t>Traveler </a:t>
            </a:r>
            <a:r>
              <a:rPr sz="1900" spc="-245" dirty="0">
                <a:solidFill>
                  <a:srgbClr val="080303"/>
                </a:solidFill>
                <a:latin typeface="Arial"/>
                <a:cs typeface="Arial"/>
              </a:rPr>
              <a:t>searches</a:t>
            </a:r>
            <a:endParaRPr sz="19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12181" y="3368164"/>
            <a:ext cx="479425" cy="3771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300" spc="-150" dirty="0">
                <a:solidFill>
                  <a:srgbClr val="080303"/>
                </a:solidFill>
                <a:latin typeface="Times New Roman"/>
                <a:cs typeface="Times New Roman"/>
              </a:rPr>
              <a:t>Start</a:t>
            </a:r>
            <a:endParaRPr sz="23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258468" y="3396233"/>
            <a:ext cx="359410" cy="4076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500" spc="-660" dirty="0">
                <a:solidFill>
                  <a:srgbClr val="080303"/>
                </a:solidFill>
                <a:latin typeface="Courier New"/>
                <a:cs typeface="Courier New"/>
              </a:rPr>
              <a:t>End</a:t>
            </a:r>
            <a:endParaRPr sz="25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5398" y="2475896"/>
            <a:ext cx="2067788" cy="64240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698866" y="2582964"/>
            <a:ext cx="845913" cy="1017148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068441" y="2181458"/>
            <a:ext cx="1033894" cy="562108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740452" y="2623115"/>
            <a:ext cx="1074175" cy="65579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834442" y="3760715"/>
            <a:ext cx="1033894" cy="25428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1356146" y="2770333"/>
            <a:ext cx="0" cy="495300"/>
          </a:xfrm>
          <a:custGeom>
            <a:avLst/>
            <a:gdLst/>
            <a:ahLst/>
            <a:cxnLst/>
            <a:rect l="l" t="t" r="r" b="b"/>
            <a:pathLst>
              <a:path h="495300">
                <a:moveTo>
                  <a:pt x="0" y="495190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2322904" y="2770333"/>
            <a:ext cx="0" cy="495300"/>
          </a:xfrm>
          <a:custGeom>
            <a:avLst/>
            <a:gdLst/>
            <a:ahLst/>
            <a:cxnLst/>
            <a:rect l="l" t="t" r="r" b="b"/>
            <a:pathLst>
              <a:path h="495300">
                <a:moveTo>
                  <a:pt x="0" y="495190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2645157" y="3559961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3618629" y="3559961"/>
            <a:ext cx="0" cy="615950"/>
          </a:xfrm>
          <a:custGeom>
            <a:avLst/>
            <a:gdLst/>
            <a:ahLst/>
            <a:cxnLst/>
            <a:rect l="l" t="t" r="r" b="b"/>
            <a:pathLst>
              <a:path h="615950">
                <a:moveTo>
                  <a:pt x="0" y="615642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095294" y="2743566"/>
            <a:ext cx="0" cy="521970"/>
          </a:xfrm>
          <a:custGeom>
            <a:avLst/>
            <a:gdLst/>
            <a:ahLst/>
            <a:cxnLst/>
            <a:rect l="l" t="t" r="r" b="b"/>
            <a:pathLst>
              <a:path h="521970">
                <a:moveTo>
                  <a:pt x="0" y="521957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578674" y="3225374"/>
            <a:ext cx="0" cy="669290"/>
          </a:xfrm>
          <a:custGeom>
            <a:avLst/>
            <a:gdLst/>
            <a:ahLst/>
            <a:cxnLst/>
            <a:rect l="l" t="t" r="r" b="b"/>
            <a:pathLst>
              <a:path h="669289">
                <a:moveTo>
                  <a:pt x="0" y="66917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5062053" y="2743566"/>
            <a:ext cx="0" cy="521970"/>
          </a:xfrm>
          <a:custGeom>
            <a:avLst/>
            <a:gdLst/>
            <a:ahLst/>
            <a:cxnLst/>
            <a:rect l="l" t="t" r="r" b="b"/>
            <a:pathLst>
              <a:path h="521970">
                <a:moveTo>
                  <a:pt x="0" y="521957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545432" y="2676649"/>
            <a:ext cx="0" cy="589280"/>
          </a:xfrm>
          <a:custGeom>
            <a:avLst/>
            <a:gdLst/>
            <a:ahLst/>
            <a:cxnLst/>
            <a:rect l="l" t="t" r="r" b="b"/>
            <a:pathLst>
              <a:path h="589279">
                <a:moveTo>
                  <a:pt x="0" y="588874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6512190" y="2676649"/>
            <a:ext cx="0" cy="589280"/>
          </a:xfrm>
          <a:custGeom>
            <a:avLst/>
            <a:gdLst/>
            <a:ahLst/>
            <a:cxnLst/>
            <a:rect l="l" t="t" r="r" b="b"/>
            <a:pathLst>
              <a:path h="589279">
                <a:moveTo>
                  <a:pt x="0" y="588874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6861297" y="4015002"/>
            <a:ext cx="0" cy="455295"/>
          </a:xfrm>
          <a:custGeom>
            <a:avLst/>
            <a:gdLst/>
            <a:ahLst/>
            <a:cxnLst/>
            <a:rect l="l" t="t" r="r" b="b"/>
            <a:pathLst>
              <a:path h="455295">
                <a:moveTo>
                  <a:pt x="0" y="455039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/>
          <p:nvPr/>
        </p:nvSpPr>
        <p:spPr>
          <a:xfrm>
            <a:off x="7344676" y="2181458"/>
            <a:ext cx="0" cy="441959"/>
          </a:xfrm>
          <a:custGeom>
            <a:avLst/>
            <a:gdLst/>
            <a:ahLst/>
            <a:cxnLst/>
            <a:rect l="l" t="t" r="r" b="b"/>
            <a:pathLst>
              <a:path h="441960">
                <a:moveTo>
                  <a:pt x="0" y="44165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7344676" y="3278907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6042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7828054" y="4015002"/>
            <a:ext cx="0" cy="455295"/>
          </a:xfrm>
          <a:custGeom>
            <a:avLst/>
            <a:gdLst/>
            <a:ahLst/>
            <a:cxnLst/>
            <a:rect l="l" t="t" r="r" b="b"/>
            <a:pathLst>
              <a:path h="455295">
                <a:moveTo>
                  <a:pt x="0" y="455039"/>
                </a:moveTo>
                <a:lnTo>
                  <a:pt x="0" y="0"/>
                </a:lnTo>
              </a:path>
            </a:pathLst>
          </a:custGeom>
          <a:ln w="2685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5102335" y="2221608"/>
            <a:ext cx="2282825" cy="0"/>
          </a:xfrm>
          <a:custGeom>
            <a:avLst/>
            <a:gdLst/>
            <a:ahLst/>
            <a:cxnLst/>
            <a:rect l="l" t="t" r="r" b="b"/>
            <a:pathLst>
              <a:path w="2282825">
                <a:moveTo>
                  <a:pt x="0" y="0"/>
                </a:moveTo>
                <a:lnTo>
                  <a:pt x="2282622" y="0"/>
                </a:lnTo>
              </a:path>
            </a:pathLst>
          </a:custGeom>
          <a:ln w="53534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/>
          <p:nvPr/>
        </p:nvSpPr>
        <p:spPr>
          <a:xfrm>
            <a:off x="5048625" y="2944319"/>
            <a:ext cx="523875" cy="0"/>
          </a:xfrm>
          <a:custGeom>
            <a:avLst/>
            <a:gdLst/>
            <a:ahLst/>
            <a:cxnLst/>
            <a:rect l="l" t="t" r="r" b="b"/>
            <a:pathLst>
              <a:path w="523875">
                <a:moveTo>
                  <a:pt x="0" y="0"/>
                </a:moveTo>
                <a:lnTo>
                  <a:pt x="523660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/>
          <p:nvPr/>
        </p:nvSpPr>
        <p:spPr>
          <a:xfrm>
            <a:off x="3544780" y="2944319"/>
            <a:ext cx="577850" cy="0"/>
          </a:xfrm>
          <a:custGeom>
            <a:avLst/>
            <a:gdLst/>
            <a:ahLst/>
            <a:cxnLst/>
            <a:rect l="l" t="t" r="r" b="b"/>
            <a:pathLst>
              <a:path w="577850">
                <a:moveTo>
                  <a:pt x="0" y="0"/>
                </a:moveTo>
                <a:lnTo>
                  <a:pt x="577368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/>
          <p:nvPr/>
        </p:nvSpPr>
        <p:spPr>
          <a:xfrm>
            <a:off x="5532004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09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/>
          <p:nvPr/>
        </p:nvSpPr>
        <p:spPr>
          <a:xfrm>
            <a:off x="4081867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40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25"/>
          <p:cNvSpPr/>
          <p:nvPr/>
        </p:nvSpPr>
        <p:spPr>
          <a:xfrm>
            <a:off x="1342719" y="3238756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26"/>
          <p:cNvSpPr/>
          <p:nvPr/>
        </p:nvSpPr>
        <p:spPr>
          <a:xfrm>
            <a:off x="3598488" y="3861091"/>
            <a:ext cx="1021080" cy="0"/>
          </a:xfrm>
          <a:custGeom>
            <a:avLst/>
            <a:gdLst/>
            <a:ahLst/>
            <a:cxnLst/>
            <a:rect l="l" t="t" r="r" b="b"/>
            <a:pathLst>
              <a:path w="1021079">
                <a:moveTo>
                  <a:pt x="0" y="0"/>
                </a:moveTo>
                <a:lnTo>
                  <a:pt x="1020466" y="0"/>
                </a:lnTo>
              </a:path>
            </a:pathLst>
          </a:custGeom>
          <a:ln w="602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/>
          <p:nvPr/>
        </p:nvSpPr>
        <p:spPr>
          <a:xfrm>
            <a:off x="8204017" y="4028385"/>
            <a:ext cx="644525" cy="0"/>
          </a:xfrm>
          <a:custGeom>
            <a:avLst/>
            <a:gdLst/>
            <a:ahLst/>
            <a:cxnLst/>
            <a:rect l="l" t="t" r="r" b="b"/>
            <a:pathLst>
              <a:path w="644525">
                <a:moveTo>
                  <a:pt x="0" y="0"/>
                </a:moveTo>
                <a:lnTo>
                  <a:pt x="644504" y="0"/>
                </a:lnTo>
              </a:path>
            </a:pathLst>
          </a:custGeom>
          <a:ln w="401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object 28"/>
          <p:cNvSpPr/>
          <p:nvPr/>
        </p:nvSpPr>
        <p:spPr>
          <a:xfrm>
            <a:off x="2631730" y="4155528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10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object 29"/>
          <p:cNvSpPr/>
          <p:nvPr/>
        </p:nvSpPr>
        <p:spPr>
          <a:xfrm>
            <a:off x="6847870" y="4443275"/>
            <a:ext cx="1007110" cy="0"/>
          </a:xfrm>
          <a:custGeom>
            <a:avLst/>
            <a:gdLst/>
            <a:ahLst/>
            <a:cxnLst/>
            <a:rect l="l" t="t" r="r" b="b"/>
            <a:pathLst>
              <a:path w="1007109">
                <a:moveTo>
                  <a:pt x="0" y="0"/>
                </a:moveTo>
                <a:lnTo>
                  <a:pt x="1007039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object 30"/>
          <p:cNvSpPr/>
          <p:nvPr/>
        </p:nvSpPr>
        <p:spPr>
          <a:xfrm>
            <a:off x="2833138" y="4449966"/>
            <a:ext cx="604520" cy="0"/>
          </a:xfrm>
          <a:custGeom>
            <a:avLst/>
            <a:gdLst/>
            <a:ahLst/>
            <a:cxnLst/>
            <a:rect l="l" t="t" r="r" b="b"/>
            <a:pathLst>
              <a:path w="604520">
                <a:moveTo>
                  <a:pt x="0" y="0"/>
                </a:moveTo>
                <a:lnTo>
                  <a:pt x="60422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1" name="object 31"/>
          <p:cNvSpPr/>
          <p:nvPr/>
        </p:nvSpPr>
        <p:spPr>
          <a:xfrm>
            <a:off x="2833138" y="4744404"/>
            <a:ext cx="604520" cy="0"/>
          </a:xfrm>
          <a:custGeom>
            <a:avLst/>
            <a:gdLst/>
            <a:ahLst/>
            <a:cxnLst/>
            <a:rect l="l" t="t" r="r" b="b"/>
            <a:pathLst>
              <a:path w="604520">
                <a:moveTo>
                  <a:pt x="0" y="0"/>
                </a:moveTo>
                <a:lnTo>
                  <a:pt x="604224" y="0"/>
                </a:lnTo>
              </a:path>
            </a:pathLst>
          </a:custGeom>
          <a:ln w="200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2" name="object 32"/>
          <p:cNvSpPr/>
          <p:nvPr/>
        </p:nvSpPr>
        <p:spPr>
          <a:xfrm>
            <a:off x="362534" y="406627"/>
            <a:ext cx="2728595" cy="474345"/>
          </a:xfrm>
          <a:custGeom>
            <a:avLst/>
            <a:gdLst/>
            <a:ahLst/>
            <a:cxnLst/>
            <a:rect l="l" t="t" r="r" b="b"/>
            <a:pathLst>
              <a:path w="2728595" h="474344">
                <a:moveTo>
                  <a:pt x="2728329" y="474115"/>
                </a:moveTo>
                <a:lnTo>
                  <a:pt x="0" y="474115"/>
                </a:lnTo>
                <a:lnTo>
                  <a:pt x="0" y="0"/>
                </a:lnTo>
                <a:lnTo>
                  <a:pt x="2728329" y="0"/>
                </a:lnTo>
                <a:lnTo>
                  <a:pt x="2728329" y="474115"/>
                </a:lnTo>
                <a:close/>
              </a:path>
            </a:pathLst>
          </a:custGeom>
          <a:solidFill>
            <a:srgbClr val="18314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 descr="$PPTXTitle"/>
          <p:cNvSpPr txBox="1">
            <a:spLocks noGrp="1"/>
          </p:cNvSpPr>
          <p:nvPr>
            <p:ph type="title"/>
          </p:nvPr>
        </p:nvSpPr>
        <p:spPr>
          <a:xfrm>
            <a:off x="349834" y="412355"/>
            <a:ext cx="2783840" cy="422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600" dirty="0">
                <a:solidFill>
                  <a:srgbClr val="EFF9FB"/>
                </a:solidFill>
                <a:latin typeface="Arial"/>
                <a:cs typeface="Arial"/>
              </a:rPr>
              <a:t>Activity</a:t>
            </a:r>
            <a:r>
              <a:rPr sz="2600" spc="175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600" spc="-10" dirty="0">
                <a:solidFill>
                  <a:srgbClr val="EFF9FB"/>
                </a:solidFill>
                <a:latin typeface="Arial"/>
                <a:cs typeface="Arial"/>
              </a:rPr>
              <a:t>Diagram:</a:t>
            </a:r>
            <a:endParaRPr sz="26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3211708" y="406627"/>
            <a:ext cx="3889375" cy="474345"/>
          </a:xfrm>
          <a:prstGeom prst="rect">
            <a:avLst/>
          </a:prstGeom>
          <a:solidFill>
            <a:srgbClr val="264D72"/>
          </a:solidFill>
        </p:spPr>
        <p:txBody>
          <a:bodyPr vert="horz" wrap="square" lIns="0" tIns="1905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50"/>
              </a:spcBef>
            </a:pPr>
            <a:r>
              <a:rPr sz="2600" b="1" dirty="0">
                <a:solidFill>
                  <a:srgbClr val="EFF9FB"/>
                </a:solidFill>
                <a:latin typeface="Arial"/>
                <a:cs typeface="Arial"/>
              </a:rPr>
              <a:t>Payment</a:t>
            </a:r>
            <a:r>
              <a:rPr sz="2600" b="1" spc="145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550" b="1" spc="-40" dirty="0">
                <a:solidFill>
                  <a:srgbClr val="EFF9FB"/>
                </a:solidFill>
                <a:latin typeface="Arial"/>
                <a:cs typeface="Arial"/>
              </a:rPr>
              <a:t>&amp;</a:t>
            </a:r>
            <a:r>
              <a:rPr sz="2550" b="1" spc="-110" dirty="0">
                <a:solidFill>
                  <a:srgbClr val="EFF9FB"/>
                </a:solidFill>
                <a:latin typeface="Arial"/>
                <a:cs typeface="Arial"/>
              </a:rPr>
              <a:t> </a:t>
            </a:r>
            <a:r>
              <a:rPr sz="2600" b="1" spc="-10" dirty="0">
                <a:solidFill>
                  <a:srgbClr val="EFF9FB"/>
                </a:solidFill>
                <a:latin typeface="Arial"/>
                <a:cs typeface="Arial"/>
              </a:rPr>
              <a:t>Confirmation</a:t>
            </a:r>
            <a:endParaRPr sz="26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716323" y="1339119"/>
            <a:ext cx="1596390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Tr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a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v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1050" spc="5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Platform</a:t>
            </a:r>
            <a:r>
              <a:rPr sz="1050" spc="21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Sys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t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m)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4092936" y="1339119"/>
            <a:ext cx="978535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16181A"/>
                </a:solidFill>
                <a:latin typeface="Arial"/>
                <a:cs typeface="Arial"/>
              </a:rPr>
              <a:t>Trav</a:t>
            </a:r>
            <a:r>
              <a:rPr sz="105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dirty="0">
                <a:solidFill>
                  <a:srgbClr val="16181A"/>
                </a:solidFill>
                <a:latin typeface="Arial"/>
                <a:cs typeface="Arial"/>
              </a:rPr>
              <a:t>ler</a:t>
            </a:r>
            <a:r>
              <a:rPr sz="1050" spc="204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(U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er)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5872040" y="1339119"/>
            <a:ext cx="1596390" cy="18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Trav</a:t>
            </a:r>
            <a:r>
              <a:rPr sz="1050" spc="10" dirty="0">
                <a:solidFill>
                  <a:srgbClr val="283138"/>
                </a:solidFill>
                <a:latin typeface="Arial"/>
                <a:cs typeface="Arial"/>
              </a:rPr>
              <a:t>e</a:t>
            </a:r>
            <a:r>
              <a:rPr sz="1050" spc="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1050" spc="5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20" dirty="0">
                <a:solidFill>
                  <a:srgbClr val="16181A"/>
                </a:solidFill>
                <a:latin typeface="Arial"/>
                <a:cs typeface="Arial"/>
              </a:rPr>
              <a:t>Platform</a:t>
            </a:r>
            <a:r>
              <a:rPr sz="1050" spc="9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(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y</a:t>
            </a:r>
            <a:r>
              <a:rPr sz="1050" spc="-10" dirty="0">
                <a:solidFill>
                  <a:srgbClr val="283138"/>
                </a:solidFill>
                <a:latin typeface="Arial"/>
                <a:cs typeface="Arial"/>
              </a:rPr>
              <a:t>s</a:t>
            </a:r>
            <a:r>
              <a:rPr sz="1050" spc="-10" dirty="0">
                <a:solidFill>
                  <a:srgbClr val="16181A"/>
                </a:solidFill>
                <a:latin typeface="Arial"/>
                <a:cs typeface="Arial"/>
              </a:rPr>
              <a:t>tem)</a:t>
            </a:r>
            <a:endParaRPr sz="105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550504" y="2014011"/>
            <a:ext cx="13061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Retry</a:t>
            </a:r>
            <a:r>
              <a:rPr sz="900" spc="3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or</a:t>
            </a:r>
            <a:r>
              <a:rPr sz="900" spc="6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Update</a:t>
            </a:r>
            <a:r>
              <a:rPr sz="900" spc="5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Method</a:t>
            </a:r>
            <a:endParaRPr sz="9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782273" y="2369789"/>
            <a:ext cx="106045" cy="3467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100" spc="-50" dirty="0">
                <a:solidFill>
                  <a:srgbClr val="0F2F48"/>
                </a:solidFill>
                <a:latin typeface="Arial"/>
                <a:cs typeface="Arial"/>
              </a:rPr>
              <a:t>.</a:t>
            </a:r>
            <a:endParaRPr sz="2100">
              <a:latin typeface="Arial"/>
              <a:cs typeface="Arial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865301" y="2593082"/>
            <a:ext cx="11239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spc="-35" dirty="0">
                <a:solidFill>
                  <a:srgbClr val="2F5974"/>
                </a:solidFill>
                <a:latin typeface="Arial"/>
                <a:cs typeface="Arial"/>
              </a:rPr>
              <a:t>"'</a:t>
            </a:r>
            <a:endParaRPr sz="145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69574" y="2750105"/>
            <a:ext cx="940435" cy="424180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90500" marR="184785" indent="9525" algn="ctr">
              <a:lnSpc>
                <a:spcPct val="95100"/>
              </a:lnSpc>
              <a:spcBef>
                <a:spcPts val="155"/>
              </a:spcBef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System verifies availability</a:t>
            </a:r>
            <a:endParaRPr sz="9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771419" y="3646801"/>
            <a:ext cx="734695" cy="424180"/>
          </a:xfrm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2065" marR="5080" algn="ctr">
              <a:lnSpc>
                <a:spcPct val="95100"/>
              </a:lnSpc>
              <a:spcBef>
                <a:spcPts val="155"/>
              </a:spcBef>
            </a:pP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N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otify</a:t>
            </a:r>
            <a:r>
              <a:rPr sz="900" spc="11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User</a:t>
            </a:r>
            <a:r>
              <a:rPr sz="900" spc="90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spc="-50" dirty="0">
                <a:solidFill>
                  <a:srgbClr val="16181A"/>
                </a:solidFill>
                <a:latin typeface="Arial"/>
                <a:cs typeface="Arial"/>
              </a:rPr>
              <a:t>&amp;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Offer A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l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ternatives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3605606" y="2750105"/>
            <a:ext cx="21018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Y</a:t>
            </a: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4254779" y="2810331"/>
            <a:ext cx="651510" cy="290195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94615" marR="5080" indent="-82550">
              <a:lnSpc>
                <a:spcPts val="1000"/>
              </a:lnSpc>
              <a:spcBef>
                <a:spcPts val="200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Use</a:t>
            </a: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r</a:t>
            </a:r>
            <a:r>
              <a:rPr sz="900" spc="5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makes payment</a:t>
            </a:r>
            <a:endParaRPr sz="9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5746693" y="2392654"/>
            <a:ext cx="570865" cy="781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4150">
              <a:lnSpc>
                <a:spcPts val="1580"/>
              </a:lnSpc>
              <a:spcBef>
                <a:spcPts val="100"/>
              </a:spcBef>
            </a:pPr>
            <a:r>
              <a:rPr sz="1500" spc="-25" dirty="0">
                <a:solidFill>
                  <a:srgbClr val="33424F"/>
                </a:solidFill>
                <a:latin typeface="Arial"/>
                <a:cs typeface="Arial"/>
              </a:rPr>
              <a:t>�©</a:t>
            </a:r>
            <a:endParaRPr sz="1500">
              <a:latin typeface="Arial"/>
              <a:cs typeface="Arial"/>
            </a:endParaRPr>
          </a:p>
          <a:p>
            <a:pPr marL="140335">
              <a:lnSpc>
                <a:spcPts val="1345"/>
              </a:lnSpc>
            </a:pPr>
            <a:r>
              <a:rPr sz="1400" spc="-25" dirty="0">
                <a:solidFill>
                  <a:srgbClr val="33424F"/>
                </a:solidFill>
                <a:latin typeface="Courier New"/>
                <a:cs typeface="Courier New"/>
              </a:rPr>
              <a:t>©@</a:t>
            </a:r>
            <a:endParaRPr sz="1400">
              <a:latin typeface="Courier New"/>
              <a:cs typeface="Courier New"/>
            </a:endParaRPr>
          </a:p>
          <a:p>
            <a:pPr marL="635" algn="ctr">
              <a:lnSpc>
                <a:spcPts val="925"/>
              </a:lnSpc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Sys</a:t>
            </a:r>
            <a:r>
              <a:rPr sz="900" spc="-10" dirty="0">
                <a:solidFill>
                  <a:srgbClr val="16181A"/>
                </a:solidFill>
                <a:latin typeface="Arial"/>
                <a:cs typeface="Arial"/>
              </a:rPr>
              <a:t>t</a:t>
            </a: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em</a:t>
            </a:r>
            <a:endParaRPr sz="900">
              <a:latin typeface="Arial"/>
              <a:cs typeface="Arial"/>
            </a:endParaRPr>
          </a:p>
          <a:p>
            <a:pPr marL="12700" marR="5080" algn="ctr">
              <a:lnSpc>
                <a:spcPts val="1050"/>
              </a:lnSpc>
              <a:spcBef>
                <a:spcPts val="25"/>
              </a:spcBef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processes payment</a:t>
            </a:r>
            <a:endParaRPr sz="9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7403803" y="2341908"/>
            <a:ext cx="17716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N</a:t>
            </a: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o</a:t>
            </a:r>
            <a:endParaRPr sz="9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412218" y="3372439"/>
            <a:ext cx="2139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Yes</a:t>
            </a:r>
            <a:endParaRPr sz="9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8409769" y="4048308"/>
            <a:ext cx="40195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u="heavy" dirty="0">
                <a:solidFill>
                  <a:srgbClr val="442828"/>
                </a:solidFill>
                <a:uFill>
                  <a:solidFill>
                    <a:srgbClr val="442828"/>
                  </a:solidFill>
                </a:uFill>
                <a:latin typeface="Arial"/>
                <a:cs typeface="Arial"/>
              </a:rPr>
              <a:t>End</a:t>
            </a:r>
            <a:r>
              <a:rPr sz="900" u="none" spc="160" dirty="0">
                <a:solidFill>
                  <a:srgbClr val="442828"/>
                </a:solidFill>
                <a:latin typeface="Arial"/>
                <a:cs typeface="Arial"/>
              </a:rPr>
              <a:t>  </a:t>
            </a:r>
            <a:r>
              <a:rPr sz="900" u="heavy" spc="-215" dirty="0">
                <a:solidFill>
                  <a:srgbClr val="8A383B"/>
                </a:solidFill>
                <a:uFill>
                  <a:solidFill>
                    <a:srgbClr val="8A383B"/>
                  </a:solidFill>
                </a:uFill>
                <a:latin typeface="Arial"/>
                <a:cs typeface="Arial"/>
              </a:rPr>
              <a:t>�</a:t>
            </a:r>
            <a:endParaRPr sz="900">
              <a:latin typeface="Arial"/>
              <a:cs typeface="Arial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6923872" y="3876413"/>
            <a:ext cx="1379855" cy="44195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ts val="2445"/>
              </a:lnSpc>
              <a:spcBef>
                <a:spcPts val="105"/>
              </a:spcBef>
            </a:pP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System</a:t>
            </a:r>
            <a:r>
              <a:rPr sz="900" spc="5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not</a:t>
            </a:r>
            <a:r>
              <a:rPr sz="900" dirty="0">
                <a:solidFill>
                  <a:srgbClr val="16181A"/>
                </a:solidFill>
                <a:latin typeface="Arial"/>
                <a:cs typeface="Arial"/>
              </a:rPr>
              <a:t>i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fies</a:t>
            </a:r>
            <a:r>
              <a:rPr sz="900" spc="395" dirty="0">
                <a:solidFill>
                  <a:srgbClr val="283138"/>
                </a:solidFill>
                <a:latin typeface="Arial"/>
                <a:cs typeface="Arial"/>
              </a:rPr>
              <a:t> </a:t>
            </a:r>
            <a:r>
              <a:rPr sz="900" b="1" i="1" spc="75" dirty="0">
                <a:solidFill>
                  <a:srgbClr val="467CA8"/>
                </a:solidFill>
                <a:latin typeface="Arial"/>
                <a:cs typeface="Arial"/>
              </a:rPr>
              <a:t>....</a:t>
            </a:r>
            <a:r>
              <a:rPr sz="900" b="1" i="1" spc="75" dirty="0">
                <a:solidFill>
                  <a:srgbClr val="774D5E"/>
                </a:solidFill>
                <a:latin typeface="Arial"/>
                <a:cs typeface="Arial"/>
              </a:rPr>
              <a:t>..</a:t>
            </a:r>
            <a:r>
              <a:rPr sz="2250" b="1" i="1" u="heavy" spc="75" dirty="0">
                <a:solidFill>
                  <a:srgbClr val="8A383B"/>
                </a:solidFill>
                <a:uFill>
                  <a:solidFill>
                    <a:srgbClr val="8A383B"/>
                  </a:solidFill>
                </a:uFill>
                <a:latin typeface="Arial"/>
                <a:cs typeface="Arial"/>
              </a:rPr>
              <a:t>'r</a:t>
            </a:r>
            <a:endParaRPr sz="2250">
              <a:latin typeface="Arial"/>
              <a:cs typeface="Arial"/>
            </a:endParaRPr>
          </a:p>
          <a:p>
            <a:pPr marL="209550">
              <a:lnSpc>
                <a:spcPts val="825"/>
              </a:lnSpc>
              <a:tabLst>
                <a:tab pos="1278890" algn="l"/>
              </a:tabLst>
            </a:pPr>
            <a:r>
              <a:rPr sz="900" spc="-10" dirty="0">
                <a:solidFill>
                  <a:srgbClr val="283138"/>
                </a:solidFill>
                <a:latin typeface="Arial"/>
                <a:cs typeface="Arial"/>
              </a:rPr>
              <a:t>Traveler</a:t>
            </a:r>
            <a:r>
              <a:rPr sz="900" dirty="0">
                <a:solidFill>
                  <a:srgbClr val="283138"/>
                </a:solidFill>
                <a:latin typeface="Arial"/>
                <a:cs typeface="Arial"/>
              </a:rPr>
              <a:t>	</a:t>
            </a:r>
            <a:r>
              <a:rPr sz="900" spc="-155" dirty="0">
                <a:solidFill>
                  <a:srgbClr val="8A383B"/>
                </a:solidFill>
                <a:latin typeface="Arial"/>
                <a:cs typeface="Arial"/>
              </a:rPr>
              <a:t>�</a:t>
            </a:r>
            <a:endParaRPr sz="900">
              <a:latin typeface="Arial"/>
              <a:cs typeface="Arial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700961" y="4155376"/>
            <a:ext cx="4381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900" i="1" spc="-125" dirty="0">
                <a:solidFill>
                  <a:srgbClr val="8A383B"/>
                </a:solidFill>
                <a:latin typeface="Verdana"/>
                <a:cs typeface="Verdana"/>
              </a:rPr>
              <a:t>)</a:t>
            </a:r>
            <a:endParaRPr sz="900">
              <a:latin typeface="Verdana"/>
              <a:cs typeface="Verdana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019478" y="4516732"/>
            <a:ext cx="224790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25" dirty="0">
                <a:solidFill>
                  <a:srgbClr val="283138"/>
                </a:solidFill>
                <a:latin typeface="Arial"/>
                <a:cs typeface="Arial"/>
              </a:rPr>
              <a:t>En</a:t>
            </a:r>
            <a:r>
              <a:rPr sz="900" spc="-25" dirty="0">
                <a:solidFill>
                  <a:srgbClr val="16181A"/>
                </a:solidFill>
                <a:latin typeface="Arial"/>
                <a:cs typeface="Arial"/>
              </a:rPr>
              <a:t>d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115109" y="896639"/>
            <a:ext cx="2940556" cy="1833543"/>
          </a:xfrm>
          <a:prstGeom prst="rect">
            <a:avLst/>
          </a:prstGeom>
        </p:spPr>
      </p:pic>
      <p:sp>
        <p:nvSpPr>
          <p:cNvPr id="3" name="object 3"/>
          <p:cNvSpPr/>
          <p:nvPr/>
        </p:nvSpPr>
        <p:spPr>
          <a:xfrm>
            <a:off x="1711967" y="2114540"/>
            <a:ext cx="0" cy="977265"/>
          </a:xfrm>
          <a:custGeom>
            <a:avLst/>
            <a:gdLst/>
            <a:ahLst/>
            <a:cxnLst/>
            <a:rect l="l" t="t" r="r" b="b"/>
            <a:pathLst>
              <a:path h="977264">
                <a:moveTo>
                  <a:pt x="0" y="976997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4" name="object 4"/>
          <p:cNvGrpSpPr/>
          <p:nvPr/>
        </p:nvGrpSpPr>
        <p:grpSpPr>
          <a:xfrm>
            <a:off x="6055665" y="2094465"/>
            <a:ext cx="1400175" cy="997585"/>
            <a:chOff x="6055665" y="2094465"/>
            <a:chExt cx="1400175" cy="997585"/>
          </a:xfrm>
        </p:grpSpPr>
        <p:sp>
          <p:nvSpPr>
            <p:cNvPr id="5" name="object 5"/>
            <p:cNvSpPr/>
            <p:nvPr/>
          </p:nvSpPr>
          <p:spPr>
            <a:xfrm>
              <a:off x="7445380" y="2114540"/>
              <a:ext cx="0" cy="977265"/>
            </a:xfrm>
            <a:custGeom>
              <a:avLst/>
              <a:gdLst/>
              <a:ahLst/>
              <a:cxnLst/>
              <a:rect l="l" t="t" r="r" b="b"/>
              <a:pathLst>
                <a:path h="977264">
                  <a:moveTo>
                    <a:pt x="0" y="976997"/>
                  </a:moveTo>
                  <a:lnTo>
                    <a:pt x="0" y="0"/>
                  </a:lnTo>
                </a:path>
              </a:pathLst>
            </a:custGeom>
            <a:ln w="2014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6055665" y="2101157"/>
              <a:ext cx="1383030" cy="0"/>
            </a:xfrm>
            <a:custGeom>
              <a:avLst/>
              <a:gdLst/>
              <a:ahLst/>
              <a:cxnLst/>
              <a:rect l="l" t="t" r="r" b="b"/>
              <a:pathLst>
                <a:path w="1383029">
                  <a:moveTo>
                    <a:pt x="0" y="0"/>
                  </a:moveTo>
                  <a:lnTo>
                    <a:pt x="1383001" y="0"/>
                  </a:lnTo>
                </a:path>
              </a:pathLst>
            </a:custGeom>
            <a:ln w="13383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/>
          <p:nvPr/>
        </p:nvSpPr>
        <p:spPr>
          <a:xfrm>
            <a:off x="1732107" y="2101157"/>
            <a:ext cx="1383030" cy="0"/>
          </a:xfrm>
          <a:custGeom>
            <a:avLst/>
            <a:gdLst/>
            <a:ahLst/>
            <a:cxnLst/>
            <a:rect l="l" t="t" r="r" b="b"/>
            <a:pathLst>
              <a:path w="1383030">
                <a:moveTo>
                  <a:pt x="0" y="0"/>
                </a:moveTo>
                <a:lnTo>
                  <a:pt x="13830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16125">
              <a:lnSpc>
                <a:spcPct val="100000"/>
              </a:lnSpc>
              <a:spcBef>
                <a:spcPts val="105"/>
              </a:spcBef>
            </a:pPr>
            <a:r>
              <a:rPr sz="2850" dirty="0">
                <a:solidFill>
                  <a:srgbClr val="48779A"/>
                </a:solidFill>
                <a:latin typeface="Arial"/>
                <a:cs typeface="Arial"/>
              </a:rPr>
              <a:t>Testing</a:t>
            </a:r>
            <a:r>
              <a:rPr sz="2850" spc="105" dirty="0">
                <a:solidFill>
                  <a:srgbClr val="48779A"/>
                </a:solidFill>
                <a:latin typeface="Arial"/>
                <a:cs typeface="Arial"/>
              </a:rPr>
              <a:t> </a:t>
            </a:r>
            <a:r>
              <a:rPr sz="2850" dirty="0">
                <a:solidFill>
                  <a:srgbClr val="48779A"/>
                </a:solidFill>
                <a:latin typeface="Arial"/>
                <a:cs typeface="Arial"/>
              </a:rPr>
              <a:t>Strategy</a:t>
            </a:r>
            <a:r>
              <a:rPr sz="2850" spc="204" dirty="0">
                <a:solidFill>
                  <a:srgbClr val="48779A"/>
                </a:solidFill>
                <a:latin typeface="Arial"/>
                <a:cs typeface="Arial"/>
              </a:rPr>
              <a:t> </a:t>
            </a:r>
            <a:r>
              <a:rPr sz="2850" spc="-10" dirty="0">
                <a:solidFill>
                  <a:srgbClr val="48779A"/>
                </a:solidFill>
                <a:latin typeface="Arial"/>
                <a:cs typeface="Arial"/>
              </a:rPr>
              <a:t>Overview</a:t>
            </a:r>
            <a:endParaRPr sz="28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96102" y="3064771"/>
            <a:ext cx="2632075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120650">
              <a:lnSpc>
                <a:spcPts val="3150"/>
              </a:lnSpc>
            </a:pPr>
            <a:r>
              <a:rPr sz="2850" spc="114" dirty="0">
                <a:solidFill>
                  <a:srgbClr val="2D485B"/>
                </a:solidFill>
                <a:latin typeface="Arial"/>
                <a:cs typeface="Arial"/>
              </a:rPr>
              <a:t>@</a:t>
            </a:r>
            <a:r>
              <a:rPr sz="2850" spc="-12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spc="-100" dirty="0">
                <a:solidFill>
                  <a:srgbClr val="05070A"/>
                </a:solidFill>
                <a:latin typeface="Arial"/>
                <a:cs typeface="Arial"/>
              </a:rPr>
              <a:t>EFFI</a:t>
            </a:r>
            <a:r>
              <a:rPr sz="1350" b="1" spc="-100" dirty="0">
                <a:solidFill>
                  <a:srgbClr val="1A1F23"/>
                </a:solidFill>
                <a:latin typeface="Arial"/>
                <a:cs typeface="Arial"/>
              </a:rPr>
              <a:t>C</a:t>
            </a:r>
            <a:r>
              <a:rPr sz="1350" b="1" spc="-100" dirty="0">
                <a:solidFill>
                  <a:srgbClr val="05070A"/>
                </a:solidFill>
                <a:latin typeface="Arial"/>
                <a:cs typeface="Arial"/>
              </a:rPr>
              <a:t>IENT</a:t>
            </a:r>
            <a:r>
              <a:rPr sz="1350" b="1" spc="-12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spc="-20" dirty="0">
                <a:solidFill>
                  <a:srgbClr val="05070A"/>
                </a:solidFill>
                <a:latin typeface="Arial"/>
                <a:cs typeface="Arial"/>
              </a:rPr>
              <a:t>OPERATION</a:t>
            </a:r>
            <a:endParaRPr sz="1350">
              <a:latin typeface="Arial"/>
              <a:cs typeface="Arial"/>
            </a:endParaRPr>
          </a:p>
          <a:p>
            <a:pPr marL="387350" marR="387350" indent="-127635">
              <a:lnSpc>
                <a:spcPts val="1420"/>
              </a:lnSpc>
              <a:spcBef>
                <a:spcPts val="925"/>
              </a:spcBef>
              <a:buChar char="•"/>
              <a:tabLst>
                <a:tab pos="387350" algn="l"/>
                <a:tab pos="389255" algn="l"/>
              </a:tabLst>
            </a:pPr>
            <a:r>
              <a:rPr sz="1300" dirty="0">
                <a:solidFill>
                  <a:srgbClr val="05070A"/>
                </a:solidFill>
                <a:latin typeface="Arial"/>
                <a:cs typeface="Arial"/>
              </a:rPr>
              <a:t>	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Automated</a:t>
            </a:r>
            <a:r>
              <a:rPr sz="1300" spc="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0" dirty="0">
                <a:solidFill>
                  <a:srgbClr val="1A1F23"/>
                </a:solidFill>
                <a:latin typeface="Arial"/>
                <a:cs typeface="Arial"/>
              </a:rPr>
              <a:t>Testing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8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5" dirty="0">
                <a:solidFill>
                  <a:srgbClr val="1A1F23"/>
                </a:solidFill>
                <a:latin typeface="Arial"/>
                <a:cs typeface="Arial"/>
              </a:rPr>
              <a:t>Cl/CD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Integration</a:t>
            </a:r>
            <a:endParaRPr sz="1300">
              <a:latin typeface="Arial"/>
              <a:cs typeface="Arial"/>
            </a:endParaRPr>
          </a:p>
          <a:p>
            <a:pPr marL="389255" marR="327025" indent="-130175">
              <a:lnSpc>
                <a:spcPts val="1420"/>
              </a:lnSpc>
              <a:spcBef>
                <a:spcPts val="165"/>
              </a:spcBef>
              <a:buClr>
                <a:srgbClr val="05070A"/>
              </a:buClr>
              <a:buChar char="•"/>
              <a:tabLst>
                <a:tab pos="390525" algn="l"/>
              </a:tabLst>
            </a:pP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Performance</a:t>
            </a:r>
            <a:r>
              <a:rPr sz="1300" spc="6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Opt</a:t>
            </a:r>
            <a:r>
              <a:rPr sz="1300" spc="-45" dirty="0">
                <a:solidFill>
                  <a:srgbClr val="34383B"/>
                </a:solidFill>
                <a:latin typeface="Arial"/>
                <a:cs typeface="Arial"/>
              </a:rPr>
              <a:t>i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mizat</a:t>
            </a:r>
            <a:r>
              <a:rPr sz="1300" spc="-45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on</a:t>
            </a:r>
            <a:r>
              <a:rPr sz="1300" spc="-15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&amp; 	</a:t>
            </a:r>
            <a:r>
              <a:rPr sz="1300" spc="-60" dirty="0">
                <a:solidFill>
                  <a:srgbClr val="1A1F23"/>
                </a:solidFill>
                <a:latin typeface="Arial"/>
                <a:cs typeface="Arial"/>
              </a:rPr>
              <a:t>Load</a:t>
            </a:r>
            <a:r>
              <a:rPr sz="1300" spc="-13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Testi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n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g</a:t>
            </a:r>
            <a:endParaRPr sz="1300">
              <a:latin typeface="Arial"/>
              <a:cs typeface="Arial"/>
            </a:endParaRPr>
          </a:p>
          <a:p>
            <a:pPr marL="389890" indent="-130175">
              <a:lnSpc>
                <a:spcPct val="100000"/>
              </a:lnSpc>
              <a:spcBef>
                <a:spcPts val="55"/>
              </a:spcBef>
              <a:buClr>
                <a:srgbClr val="05070A"/>
              </a:buClr>
              <a:buChar char="•"/>
              <a:tabLst>
                <a:tab pos="389890" algn="l"/>
              </a:tabLst>
            </a:pPr>
            <a:r>
              <a:rPr sz="1300" spc="-90" dirty="0">
                <a:solidFill>
                  <a:srgbClr val="1A1F23"/>
                </a:solidFill>
                <a:latin typeface="Arial"/>
                <a:cs typeface="Arial"/>
              </a:rPr>
              <a:t>Resource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2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t</a:t>
            </a:r>
            <a:r>
              <a:rPr sz="1300" spc="-25" dirty="0">
                <a:solidFill>
                  <a:srgbClr val="05070A"/>
                </a:solidFill>
                <a:latin typeface="Arial"/>
                <a:cs typeface="Arial"/>
              </a:rPr>
              <a:t>il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izat</a:t>
            </a:r>
            <a:r>
              <a:rPr sz="1300" spc="-25" dirty="0">
                <a:solidFill>
                  <a:srgbClr val="34383B"/>
                </a:solidFill>
                <a:latin typeface="Arial"/>
                <a:cs typeface="Arial"/>
              </a:rPr>
              <a:t>i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on</a:t>
            </a:r>
            <a:r>
              <a:rPr sz="1300" spc="-19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Mon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toring</a:t>
            </a:r>
            <a:endParaRPr sz="13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316516" y="3064771"/>
            <a:ext cx="2524760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36194" rIns="0" bIns="0" rtlCol="0">
            <a:spAutoFit/>
          </a:bodyPr>
          <a:lstStyle/>
          <a:p>
            <a:pPr marL="135890">
              <a:lnSpc>
                <a:spcPct val="100000"/>
              </a:lnSpc>
              <a:spcBef>
                <a:spcPts val="284"/>
              </a:spcBef>
            </a:pPr>
            <a:r>
              <a:rPr sz="2350" u="heavy" spc="-595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t_g�</a:t>
            </a:r>
            <a:r>
              <a:rPr sz="2350" u="none" spc="3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u="none" spc="-110" dirty="0">
                <a:solidFill>
                  <a:srgbClr val="05070A"/>
                </a:solidFill>
                <a:latin typeface="Arial"/>
                <a:cs typeface="Arial"/>
              </a:rPr>
              <a:t>SMOOTH</a:t>
            </a:r>
            <a:r>
              <a:rPr sz="1350" b="1" u="none" spc="-6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u="none" spc="-25" dirty="0">
                <a:solidFill>
                  <a:srgbClr val="05070A"/>
                </a:solidFill>
                <a:latin typeface="Arial"/>
                <a:cs typeface="Arial"/>
              </a:rPr>
              <a:t>UX</a:t>
            </a:r>
            <a:endParaRPr sz="1350">
              <a:latin typeface="Arial"/>
              <a:cs typeface="Arial"/>
            </a:endParaRPr>
          </a:p>
          <a:p>
            <a:pPr marL="368935" marR="535305" indent="-123189">
              <a:lnSpc>
                <a:spcPts val="1420"/>
              </a:lnSpc>
              <a:spcBef>
                <a:spcPts val="919"/>
              </a:spcBef>
              <a:buChar char="•"/>
              <a:tabLst>
                <a:tab pos="378460" algn="l"/>
              </a:tabLst>
            </a:pPr>
            <a:r>
              <a:rPr sz="1300" spc="-3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35" dirty="0">
                <a:solidFill>
                  <a:srgbClr val="1A1F23"/>
                </a:solidFill>
                <a:latin typeface="Arial"/>
                <a:cs typeface="Arial"/>
              </a:rPr>
              <a:t>sability</a:t>
            </a:r>
            <a:r>
              <a:rPr sz="1300" spc="-18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200" spc="55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200" spc="-10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Access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bili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t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y 	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T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est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ng</a:t>
            </a:r>
            <a:endParaRPr sz="1300">
              <a:latin typeface="Arial"/>
              <a:cs typeface="Arial"/>
            </a:endParaRPr>
          </a:p>
          <a:p>
            <a:pPr marL="374015" marR="521970" indent="-128270">
              <a:lnSpc>
                <a:spcPts val="1420"/>
              </a:lnSpc>
              <a:spcBef>
                <a:spcPts val="165"/>
              </a:spcBef>
              <a:buClr>
                <a:srgbClr val="05070A"/>
              </a:buClr>
              <a:buChar char="•"/>
              <a:tabLst>
                <a:tab pos="374015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Cross</a:t>
            </a:r>
            <a:r>
              <a:rPr sz="1300" spc="-75" dirty="0">
                <a:solidFill>
                  <a:srgbClr val="34383B"/>
                </a:solidFill>
                <a:latin typeface="Arial"/>
                <a:cs typeface="Arial"/>
              </a:rPr>
              <a:t>-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Dev</a:t>
            </a:r>
            <a:r>
              <a:rPr sz="1300" spc="-75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ce</a:t>
            </a:r>
            <a:r>
              <a:rPr sz="1300" spc="-1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9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Browse</a:t>
            </a:r>
            <a:r>
              <a:rPr sz="1300" spc="-45" dirty="0">
                <a:solidFill>
                  <a:srgbClr val="05070A"/>
                </a:solidFill>
                <a:latin typeface="Arial"/>
                <a:cs typeface="Arial"/>
              </a:rPr>
              <a:t>r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Compatibi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l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ity</a:t>
            </a:r>
            <a:endParaRPr sz="1300">
              <a:latin typeface="Arial"/>
              <a:cs typeface="Arial"/>
            </a:endParaRPr>
          </a:p>
          <a:p>
            <a:pPr marL="375920" indent="-130175">
              <a:lnSpc>
                <a:spcPct val="100000"/>
              </a:lnSpc>
              <a:spcBef>
                <a:spcPts val="50"/>
              </a:spcBef>
              <a:buChar char="•"/>
              <a:tabLst>
                <a:tab pos="375920" algn="l"/>
              </a:tabLst>
            </a:pP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se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7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Fee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d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back</a:t>
            </a:r>
            <a:r>
              <a:rPr sz="1300" spc="-16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Loops</a:t>
            </a:r>
            <a:endParaRPr sz="13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29515" y="3064771"/>
            <a:ext cx="2632075" cy="1619885"/>
          </a:xfrm>
          <a:prstGeom prst="rect">
            <a:avLst/>
          </a:prstGeom>
          <a:ln w="26854">
            <a:solidFill>
              <a:srgbClr val="000000"/>
            </a:solidFill>
          </a:ln>
        </p:spPr>
        <p:txBody>
          <a:bodyPr vert="horz" wrap="square" lIns="0" tIns="156210" rIns="0" bIns="0" rtlCol="0">
            <a:spAutoFit/>
          </a:bodyPr>
          <a:lstStyle/>
          <a:p>
            <a:pPr marL="132715">
              <a:lnSpc>
                <a:spcPct val="100000"/>
              </a:lnSpc>
              <a:spcBef>
                <a:spcPts val="1230"/>
              </a:spcBef>
              <a:tabLst>
                <a:tab pos="501650" algn="l"/>
              </a:tabLst>
            </a:pPr>
            <a:r>
              <a:rPr sz="1350" u="heavy" spc="-50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�</a:t>
            </a:r>
            <a:r>
              <a:rPr sz="1350" u="heavy" dirty="0">
                <a:solidFill>
                  <a:srgbClr val="2D485B"/>
                </a:solidFill>
                <a:uFill>
                  <a:solidFill>
                    <a:srgbClr val="2D485B"/>
                  </a:solidFill>
                </a:uFill>
                <a:latin typeface="Arial"/>
                <a:cs typeface="Arial"/>
              </a:rPr>
              <a:t>	</a:t>
            </a:r>
            <a:r>
              <a:rPr sz="1350" u="none" spc="35" dirty="0">
                <a:solidFill>
                  <a:srgbClr val="2D485B"/>
                </a:solidFill>
                <a:latin typeface="Arial"/>
                <a:cs typeface="Arial"/>
              </a:rPr>
              <a:t> </a:t>
            </a:r>
            <a:r>
              <a:rPr sz="1350" b="1" u="none" spc="-140" dirty="0">
                <a:solidFill>
                  <a:srgbClr val="05070A"/>
                </a:solidFill>
                <a:latin typeface="Arial"/>
                <a:cs typeface="Arial"/>
              </a:rPr>
              <a:t>PROVIDER</a:t>
            </a:r>
            <a:r>
              <a:rPr sz="1350" b="1" u="none" spc="45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50" b="1" u="none" spc="-50" dirty="0">
                <a:solidFill>
                  <a:srgbClr val="05070A"/>
                </a:solidFill>
                <a:latin typeface="Arial"/>
                <a:cs typeface="Arial"/>
              </a:rPr>
              <a:t>EXPECTATIONS</a:t>
            </a:r>
            <a:endParaRPr sz="1350">
              <a:latin typeface="Arial"/>
              <a:cs typeface="Arial"/>
            </a:endParaRPr>
          </a:p>
          <a:p>
            <a:pPr marL="386715" marR="535305" indent="-127635">
              <a:lnSpc>
                <a:spcPts val="1370"/>
              </a:lnSpc>
              <a:spcBef>
                <a:spcPts val="1375"/>
              </a:spcBef>
              <a:buClr>
                <a:srgbClr val="05070A"/>
              </a:buClr>
              <a:buChar char="•"/>
              <a:tabLst>
                <a:tab pos="389255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Compliance</a:t>
            </a:r>
            <a:r>
              <a:rPr sz="1300" spc="-2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114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Reg</a:t>
            </a:r>
            <a:r>
              <a:rPr sz="1300" spc="-50" dirty="0">
                <a:solidFill>
                  <a:srgbClr val="05070A"/>
                </a:solidFill>
                <a:latin typeface="Arial"/>
                <a:cs typeface="Arial"/>
              </a:rPr>
              <a:t>u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latory 	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Adherence</a:t>
            </a:r>
            <a:endParaRPr sz="1300">
              <a:latin typeface="Arial"/>
              <a:cs typeface="Arial"/>
            </a:endParaRPr>
          </a:p>
          <a:p>
            <a:pPr marL="389255" indent="-136525">
              <a:lnSpc>
                <a:spcPct val="100000"/>
              </a:lnSpc>
              <a:spcBef>
                <a:spcPts val="60"/>
              </a:spcBef>
              <a:buClr>
                <a:srgbClr val="05070A"/>
              </a:buClr>
              <a:buChar char="•"/>
              <a:tabLst>
                <a:tab pos="389255" algn="l"/>
              </a:tabLst>
            </a:pP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AP</a:t>
            </a:r>
            <a:r>
              <a:rPr sz="1300" spc="-30" dirty="0">
                <a:solidFill>
                  <a:srgbClr val="05070A"/>
                </a:solidFill>
                <a:latin typeface="Arial"/>
                <a:cs typeface="Arial"/>
              </a:rPr>
              <a:t>II</a:t>
            </a:r>
            <a:r>
              <a:rPr sz="1300" spc="-30" dirty="0">
                <a:solidFill>
                  <a:srgbClr val="1A1F23"/>
                </a:solidFill>
                <a:latin typeface="Arial"/>
                <a:cs typeface="Arial"/>
              </a:rPr>
              <a:t>ntegration</a:t>
            </a:r>
            <a:r>
              <a:rPr sz="1300" spc="-14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0" dirty="0">
                <a:solidFill>
                  <a:srgbClr val="1A1F23"/>
                </a:solidFill>
                <a:latin typeface="Arial"/>
                <a:cs typeface="Arial"/>
              </a:rPr>
              <a:t>&amp;</a:t>
            </a:r>
            <a:r>
              <a:rPr sz="1300" spc="-114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Data</a:t>
            </a:r>
            <a:r>
              <a:rPr sz="1300" spc="-4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nteg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ity</a:t>
            </a:r>
            <a:endParaRPr sz="1300">
              <a:latin typeface="Arial"/>
              <a:cs typeface="Arial"/>
            </a:endParaRPr>
          </a:p>
          <a:p>
            <a:pPr marL="380365" marR="172720" indent="-121285">
              <a:lnSpc>
                <a:spcPts val="1420"/>
              </a:lnSpc>
              <a:spcBef>
                <a:spcPts val="185"/>
              </a:spcBef>
              <a:buClr>
                <a:srgbClr val="05070A"/>
              </a:buClr>
              <a:buChar char="•"/>
              <a:tabLst>
                <a:tab pos="388620" algn="l"/>
              </a:tabLst>
            </a:pPr>
            <a:r>
              <a:rPr sz="1300" spc="-75" dirty="0">
                <a:solidFill>
                  <a:srgbClr val="1A1F23"/>
                </a:solidFill>
                <a:latin typeface="Arial"/>
                <a:cs typeface="Arial"/>
              </a:rPr>
              <a:t>Service</a:t>
            </a:r>
            <a:r>
              <a:rPr sz="1300" spc="-50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Leve</a:t>
            </a:r>
            <a:r>
              <a:rPr sz="1300" spc="-65" dirty="0">
                <a:solidFill>
                  <a:srgbClr val="05070A"/>
                </a:solidFill>
                <a:latin typeface="Arial"/>
                <a:cs typeface="Arial"/>
              </a:rPr>
              <a:t>l</a:t>
            </a:r>
            <a:r>
              <a:rPr sz="1300" spc="-70" dirty="0">
                <a:solidFill>
                  <a:srgbClr val="05070A"/>
                </a:solidFill>
                <a:latin typeface="Arial"/>
                <a:cs typeface="Arial"/>
              </a:rPr>
              <a:t> </a:t>
            </a:r>
            <a:r>
              <a:rPr sz="1300" spc="-80" dirty="0">
                <a:solidFill>
                  <a:srgbClr val="1A1F23"/>
                </a:solidFill>
                <a:latin typeface="Arial"/>
                <a:cs typeface="Arial"/>
              </a:rPr>
              <a:t>Agreement</a:t>
            </a:r>
            <a:r>
              <a:rPr sz="1300" spc="-5" dirty="0">
                <a:solidFill>
                  <a:srgbClr val="1A1F23"/>
                </a:solidFill>
                <a:latin typeface="Arial"/>
                <a:cs typeface="Arial"/>
              </a:rPr>
              <a:t> </a:t>
            </a:r>
            <a:r>
              <a:rPr sz="1300" spc="-65" dirty="0">
                <a:solidFill>
                  <a:srgbClr val="1A1F23"/>
                </a:solidFill>
                <a:latin typeface="Arial"/>
                <a:cs typeface="Arial"/>
              </a:rPr>
              <a:t>(SLA) 	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Ve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r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i</a:t>
            </a:r>
            <a:r>
              <a:rPr sz="1300" spc="-10" dirty="0">
                <a:solidFill>
                  <a:srgbClr val="05070A"/>
                </a:solidFill>
                <a:latin typeface="Arial"/>
                <a:cs typeface="Arial"/>
              </a:rPr>
              <a:t>fi</a:t>
            </a:r>
            <a:r>
              <a:rPr sz="1300" spc="-10" dirty="0">
                <a:solidFill>
                  <a:srgbClr val="1A1F23"/>
                </a:solidFill>
                <a:latin typeface="Arial"/>
                <a:cs typeface="Arial"/>
              </a:rPr>
              <a:t>cation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4787" y="1779952"/>
            <a:ext cx="1101030" cy="1485572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094642" y="2061006"/>
            <a:ext cx="953331" cy="116436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16517" y="2114541"/>
            <a:ext cx="644505" cy="1164367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384305" y="1927171"/>
            <a:ext cx="1329292" cy="1378503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7035851" y="2020855"/>
            <a:ext cx="1289010" cy="1284819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578674" y="1084008"/>
            <a:ext cx="0" cy="3507104"/>
          </a:xfrm>
          <a:custGeom>
            <a:avLst/>
            <a:gdLst/>
            <a:ahLst/>
            <a:cxnLst/>
            <a:rect l="l" t="t" r="r" b="b"/>
            <a:pathLst>
              <a:path h="3507104">
                <a:moveTo>
                  <a:pt x="0" y="3506485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/>
          </p:nvPr>
        </p:nvSpPr>
        <p:spPr>
          <a:xfrm>
            <a:off x="1319022" y="160346"/>
            <a:ext cx="6509384" cy="4762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950" spc="-100" dirty="0">
                <a:solidFill>
                  <a:srgbClr val="0A1321"/>
                </a:solidFill>
                <a:latin typeface="Arial"/>
                <a:cs typeface="Arial"/>
              </a:rPr>
              <a:t>Compatibility</a:t>
            </a:r>
            <a:r>
              <a:rPr sz="2950" spc="-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800" spc="-130" dirty="0">
                <a:solidFill>
                  <a:srgbClr val="0A1321"/>
                </a:solidFill>
                <a:latin typeface="Arial"/>
                <a:cs typeface="Arial"/>
              </a:rPr>
              <a:t>&amp;</a:t>
            </a:r>
            <a:r>
              <a:rPr sz="2800" spc="-2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135" dirty="0">
                <a:solidFill>
                  <a:srgbClr val="0A1321"/>
                </a:solidFill>
                <a:latin typeface="Arial"/>
                <a:cs typeface="Arial"/>
              </a:rPr>
              <a:t>Cross-</a:t>
            </a:r>
            <a:r>
              <a:rPr sz="2950" spc="-110" dirty="0">
                <a:solidFill>
                  <a:srgbClr val="0A1321"/>
                </a:solidFill>
                <a:latin typeface="Arial"/>
                <a:cs typeface="Arial"/>
              </a:rPr>
              <a:t>Browser</a:t>
            </a:r>
            <a:r>
              <a:rPr sz="2950" spc="5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2950" spc="-65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endParaRPr sz="295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77301" y="1139156"/>
            <a:ext cx="336550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90" dirty="0">
                <a:solidFill>
                  <a:srgbClr val="265277"/>
                </a:solidFill>
                <a:latin typeface="Arial"/>
                <a:cs typeface="Arial"/>
              </a:rPr>
              <a:t>Device</a:t>
            </a:r>
            <a:r>
              <a:rPr sz="2200" spc="-6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35" dirty="0">
                <a:solidFill>
                  <a:srgbClr val="265277"/>
                </a:solidFill>
                <a:latin typeface="Arial"/>
                <a:cs typeface="Arial"/>
              </a:rPr>
              <a:t>Compatibility</a:t>
            </a:r>
            <a:r>
              <a:rPr sz="2200" spc="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Testing</a:t>
            </a:r>
            <a:endParaRPr sz="2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02923" y="3075064"/>
            <a:ext cx="168275" cy="426084"/>
          </a:xfrm>
          <a:prstGeom prst="rect">
            <a:avLst/>
          </a:prstGeom>
          <a:solidFill>
            <a:srgbClr val="EBF6FB"/>
          </a:solidFill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450" spc="-45" dirty="0">
                <a:solidFill>
                  <a:srgbClr val="B5C4C8"/>
                </a:solidFill>
                <a:latin typeface="Arial"/>
                <a:cs typeface="Arial"/>
              </a:rPr>
              <a:t>.,</a:t>
            </a:r>
            <a:endParaRPr sz="245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79333" y="3693477"/>
            <a:ext cx="349250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72110" marR="5080" indent="-360045">
              <a:lnSpc>
                <a:spcPct val="106700"/>
              </a:lnSpc>
              <a:spcBef>
                <a:spcPts val="55"/>
              </a:spcBef>
              <a:tabLst>
                <a:tab pos="375285" algn="l"/>
              </a:tabLst>
            </a:pPr>
            <a:r>
              <a:rPr sz="1850" b="1" spc="3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Testing</a:t>
            </a:r>
            <a:r>
              <a:rPr sz="1800" spc="2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75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desktops,</a:t>
            </a:r>
            <a:r>
              <a:rPr sz="1800" spc="24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50" dirty="0">
                <a:solidFill>
                  <a:srgbClr val="0A1321"/>
                </a:solidFill>
                <a:latin typeface="Arial"/>
                <a:cs typeface="Arial"/>
              </a:rPr>
              <a:t>tablets, </a:t>
            </a:r>
            <a:r>
              <a:rPr sz="1800" spc="65" dirty="0">
                <a:solidFill>
                  <a:srgbClr val="0A1321"/>
                </a:solidFill>
                <a:latin typeface="Arial"/>
                <a:cs typeface="Arial"/>
              </a:rPr>
              <a:t>and</a:t>
            </a:r>
            <a:r>
              <a:rPr sz="1800" spc="-2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smartphones.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97131" y="1139156"/>
            <a:ext cx="2998470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200" spc="-85" dirty="0">
                <a:solidFill>
                  <a:srgbClr val="265277"/>
                </a:solidFill>
                <a:latin typeface="Arial"/>
                <a:cs typeface="Arial"/>
              </a:rPr>
              <a:t>Cross-</a:t>
            </a:r>
            <a:r>
              <a:rPr sz="2200" spc="-50" dirty="0">
                <a:solidFill>
                  <a:srgbClr val="265277"/>
                </a:solidFill>
                <a:latin typeface="Arial"/>
                <a:cs typeface="Arial"/>
              </a:rPr>
              <a:t>Browser</a:t>
            </a:r>
            <a:r>
              <a:rPr sz="2200" spc="-5" dirty="0">
                <a:solidFill>
                  <a:srgbClr val="265277"/>
                </a:solidFill>
                <a:latin typeface="Arial"/>
                <a:cs typeface="Arial"/>
              </a:rPr>
              <a:t> </a:t>
            </a:r>
            <a:r>
              <a:rPr sz="2200" spc="-60" dirty="0">
                <a:solidFill>
                  <a:srgbClr val="265277"/>
                </a:solidFill>
                <a:latin typeface="Arial"/>
                <a:cs typeface="Arial"/>
              </a:rPr>
              <a:t>Validation</a:t>
            </a:r>
            <a:endParaRPr sz="2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240835" y="3693477"/>
            <a:ext cx="2974340" cy="614680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00355" marR="5080" indent="-288290">
              <a:lnSpc>
                <a:spcPct val="106700"/>
              </a:lnSpc>
              <a:spcBef>
                <a:spcPts val="55"/>
              </a:spcBef>
              <a:tabLst>
                <a:tab pos="309880" algn="l"/>
              </a:tabLst>
            </a:pPr>
            <a:r>
              <a:rPr sz="1850" b="1" spc="-50" dirty="0">
                <a:solidFill>
                  <a:srgbClr val="427EBF"/>
                </a:solidFill>
                <a:latin typeface="Arial"/>
                <a:cs typeface="Arial"/>
              </a:rPr>
              <a:t>0</a:t>
            </a:r>
            <a:r>
              <a:rPr sz="1850" b="1" dirty="0">
                <a:solidFill>
                  <a:srgbClr val="427EBF"/>
                </a:solidFill>
                <a:latin typeface="Arial"/>
                <a:cs typeface="Arial"/>
              </a:rPr>
              <a:t>		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Validation</a:t>
            </a:r>
            <a:r>
              <a:rPr sz="1800" spc="240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on</a:t>
            </a:r>
            <a:r>
              <a:rPr sz="1800" spc="8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0A1321"/>
                </a:solidFill>
                <a:latin typeface="Arial"/>
                <a:cs typeface="Arial"/>
              </a:rPr>
              <a:t>Firefox</a:t>
            </a:r>
            <a:r>
              <a:rPr sz="1800" spc="32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25" dirty="0">
                <a:solidFill>
                  <a:srgbClr val="0A1321"/>
                </a:solidFill>
                <a:latin typeface="Arial"/>
                <a:cs typeface="Arial"/>
              </a:rPr>
              <a:t>and </a:t>
            </a:r>
            <a:r>
              <a:rPr sz="1800" spc="60" dirty="0">
                <a:solidFill>
                  <a:srgbClr val="0A1321"/>
                </a:solidFill>
                <a:latin typeface="Arial"/>
                <a:cs typeface="Arial"/>
              </a:rPr>
              <a:t>Microsoft</a:t>
            </a:r>
            <a:r>
              <a:rPr sz="1800" spc="135" dirty="0">
                <a:solidFill>
                  <a:srgbClr val="0A1321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0A1321"/>
                </a:solidFill>
                <a:latin typeface="Arial"/>
                <a:cs typeface="Arial"/>
              </a:rPr>
              <a:t>Edge.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5350" y="1806719"/>
            <a:ext cx="926476" cy="93684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48625" y="1806719"/>
            <a:ext cx="966758" cy="936847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483379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440411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4753227" y="1605966"/>
            <a:ext cx="0" cy="2556510"/>
          </a:xfrm>
          <a:custGeom>
            <a:avLst/>
            <a:gdLst/>
            <a:ahLst/>
            <a:cxnLst/>
            <a:rect l="l" t="t" r="r" b="b"/>
            <a:pathLst>
              <a:path h="2556510">
                <a:moveTo>
                  <a:pt x="0" y="2556254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673969" y="1592583"/>
            <a:ext cx="0" cy="2583180"/>
          </a:xfrm>
          <a:custGeom>
            <a:avLst/>
            <a:gdLst/>
            <a:ahLst/>
            <a:cxnLst/>
            <a:rect l="l" t="t" r="r" b="b"/>
            <a:pathLst>
              <a:path h="2583179">
                <a:moveTo>
                  <a:pt x="0" y="2583021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20363" y="1518973"/>
            <a:ext cx="3786504" cy="0"/>
          </a:xfrm>
          <a:custGeom>
            <a:avLst/>
            <a:gdLst/>
            <a:ahLst/>
            <a:cxnLst/>
            <a:rect l="l" t="t" r="r" b="b"/>
            <a:pathLst>
              <a:path w="3786504">
                <a:moveTo>
                  <a:pt x="0" y="0"/>
                </a:moveTo>
                <a:lnTo>
                  <a:pt x="378646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563942" y="1518973"/>
            <a:ext cx="3773170" cy="0"/>
          </a:xfrm>
          <a:custGeom>
            <a:avLst/>
            <a:gdLst/>
            <a:ahLst/>
            <a:cxnLst/>
            <a:rect l="l" t="t" r="r" b="b"/>
            <a:pathLst>
              <a:path w="3773170">
                <a:moveTo>
                  <a:pt x="0" y="0"/>
                </a:moveTo>
                <a:lnTo>
                  <a:pt x="377304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47218" y="4242522"/>
            <a:ext cx="3746500" cy="0"/>
          </a:xfrm>
          <a:custGeom>
            <a:avLst/>
            <a:gdLst/>
            <a:ahLst/>
            <a:cxnLst/>
            <a:rect l="l" t="t" r="r" b="b"/>
            <a:pathLst>
              <a:path w="3746500">
                <a:moveTo>
                  <a:pt x="0" y="0"/>
                </a:moveTo>
                <a:lnTo>
                  <a:pt x="3746186" y="0"/>
                </a:lnTo>
              </a:path>
            </a:pathLst>
          </a:custGeom>
          <a:ln w="6691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63942" y="4242522"/>
            <a:ext cx="3759835" cy="0"/>
          </a:xfrm>
          <a:custGeom>
            <a:avLst/>
            <a:gdLst/>
            <a:ahLst/>
            <a:cxnLst/>
            <a:rect l="l" t="t" r="r" b="b"/>
            <a:pathLst>
              <a:path w="3759835">
                <a:moveTo>
                  <a:pt x="0" y="0"/>
                </a:moveTo>
                <a:lnTo>
                  <a:pt x="375961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71757" rIns="0" bIns="0" rtlCol="0">
            <a:spAutoFit/>
          </a:bodyPr>
          <a:lstStyle/>
          <a:p>
            <a:pPr marL="1056005">
              <a:lnSpc>
                <a:spcPct val="100000"/>
              </a:lnSpc>
              <a:spcBef>
                <a:spcPts val="105"/>
              </a:spcBef>
            </a:pP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Security</a:t>
            </a:r>
            <a:r>
              <a:rPr sz="3250" spc="30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dirty="0">
                <a:solidFill>
                  <a:srgbClr val="08244D"/>
                </a:solidFill>
                <a:latin typeface="Arial"/>
                <a:cs typeface="Arial"/>
              </a:rPr>
              <a:t>Testing</a:t>
            </a:r>
            <a:r>
              <a:rPr sz="3250" spc="215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3250" spc="70" dirty="0">
                <a:solidFill>
                  <a:srgbClr val="08244D"/>
                </a:solidFill>
                <a:latin typeface="Arial"/>
                <a:cs typeface="Arial"/>
              </a:rPr>
              <a:t>Implementation</a:t>
            </a:r>
            <a:endParaRPr sz="325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68339" y="1934826"/>
            <a:ext cx="3061335" cy="162623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101725">
              <a:lnSpc>
                <a:spcPct val="100000"/>
              </a:lnSpc>
              <a:spcBef>
                <a:spcPts val="10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Secure</a:t>
            </a:r>
            <a:r>
              <a:rPr sz="2050" b="1" spc="7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Login</a:t>
            </a:r>
            <a:r>
              <a:rPr sz="2050" b="1" spc="8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100" spc="30" dirty="0">
                <a:solidFill>
                  <a:srgbClr val="08244D"/>
                </a:solidFill>
                <a:latin typeface="Arial"/>
                <a:cs typeface="Arial"/>
              </a:rPr>
              <a:t>&amp;</a:t>
            </a:r>
            <a:endParaRPr sz="2100">
              <a:latin typeface="Arial"/>
              <a:cs typeface="Arial"/>
            </a:endParaRPr>
          </a:p>
          <a:p>
            <a:pPr marL="1098550">
              <a:lnSpc>
                <a:spcPct val="100000"/>
              </a:lnSpc>
              <a:spcBef>
                <a:spcPts val="60"/>
              </a:spcBef>
            </a:pP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Encryption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4604" marR="34925" indent="-2540">
              <a:lnSpc>
                <a:spcPct val="108600"/>
              </a:lnSpc>
            </a:pP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Secure login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authentication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and</a:t>
            </a:r>
            <a:r>
              <a:rPr sz="1900" spc="1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password</a:t>
            </a:r>
            <a:r>
              <a:rPr sz="1900" spc="9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encryption.</a:t>
            </a:r>
            <a:endParaRPr sz="1900">
              <a:latin typeface="Arial"/>
              <a:cs typeface="Arial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5036892" y="1941192"/>
            <a:ext cx="3220720" cy="1934210"/>
          </a:xfrm>
          <a:prstGeom prst="rect">
            <a:avLst/>
          </a:prstGeom>
        </p:spPr>
        <p:txBody>
          <a:bodyPr vert="horz" wrap="square" lIns="0" tIns="4445" rIns="0" bIns="0" rtlCol="0">
            <a:spAutoFit/>
          </a:bodyPr>
          <a:lstStyle/>
          <a:p>
            <a:pPr marL="1159510" marR="71755" indent="-5715">
              <a:lnSpc>
                <a:spcPct val="102800"/>
              </a:lnSpc>
              <a:spcBef>
                <a:spcPts val="35"/>
              </a:spcBef>
            </a:pP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Role-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Based </a:t>
            </a:r>
            <a:r>
              <a:rPr sz="2050" b="1" dirty="0">
                <a:solidFill>
                  <a:srgbClr val="08244D"/>
                </a:solidFill>
                <a:latin typeface="Arial"/>
                <a:cs typeface="Arial"/>
              </a:rPr>
              <a:t>Access</a:t>
            </a:r>
            <a:r>
              <a:rPr sz="2050" b="1" spc="160" dirty="0">
                <a:solidFill>
                  <a:srgbClr val="08244D"/>
                </a:solidFill>
                <a:latin typeface="Arial"/>
                <a:cs typeface="Arial"/>
              </a:rPr>
              <a:t> </a:t>
            </a:r>
            <a:r>
              <a:rPr sz="2050" b="1" spc="-10" dirty="0">
                <a:solidFill>
                  <a:srgbClr val="08244D"/>
                </a:solidFill>
                <a:latin typeface="Arial"/>
                <a:cs typeface="Arial"/>
              </a:rPr>
              <a:t>Control</a:t>
            </a:r>
            <a:endParaRPr sz="20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2050">
              <a:latin typeface="Arial"/>
              <a:cs typeface="Arial"/>
            </a:endParaRPr>
          </a:p>
          <a:p>
            <a:pPr marL="15240" marR="5080" indent="-3175">
              <a:lnSpc>
                <a:spcPct val="108600"/>
              </a:lnSpc>
              <a:spcBef>
                <a:spcPts val="5"/>
              </a:spcBef>
            </a:pP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Role-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based</a:t>
            </a:r>
            <a:r>
              <a:rPr sz="1900" spc="240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access</a:t>
            </a:r>
            <a:r>
              <a:rPr sz="1900" spc="9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control</a:t>
            </a:r>
            <a:r>
              <a:rPr sz="1900" spc="7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25" dirty="0">
                <a:solidFill>
                  <a:srgbClr val="01070F"/>
                </a:solidFill>
                <a:latin typeface="Arial"/>
                <a:cs typeface="Arial"/>
              </a:rPr>
              <a:t>to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prevent</a:t>
            </a:r>
            <a:r>
              <a:rPr sz="1900" spc="1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dirty="0">
                <a:solidFill>
                  <a:srgbClr val="01070F"/>
                </a:solidFill>
                <a:latin typeface="Arial"/>
                <a:cs typeface="Arial"/>
              </a:rPr>
              <a:t>unauthorized</a:t>
            </a:r>
            <a:r>
              <a:rPr sz="1900" spc="235" dirty="0">
                <a:solidFill>
                  <a:srgbClr val="01070F"/>
                </a:solidFill>
                <a:latin typeface="Arial"/>
                <a:cs typeface="Arial"/>
              </a:rPr>
              <a:t> </a:t>
            </a:r>
            <a:r>
              <a:rPr sz="1900" spc="-10" dirty="0">
                <a:solidFill>
                  <a:srgbClr val="01070F"/>
                </a:solidFill>
                <a:latin typeface="Arial"/>
                <a:cs typeface="Arial"/>
              </a:rPr>
              <a:t>admin access</a:t>
            </a:r>
            <a:r>
              <a:rPr sz="1900" spc="-10" dirty="0">
                <a:solidFill>
                  <a:srgbClr val="18212F"/>
                </a:solidFill>
                <a:latin typeface="Arial"/>
                <a:cs typeface="Arial"/>
              </a:rPr>
              <a:t>.</a:t>
            </a:r>
            <a:endParaRPr sz="1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49278" y="1284762"/>
            <a:ext cx="1235302" cy="40150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263461" y="1619350"/>
            <a:ext cx="402815" cy="93684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8660542" y="1806719"/>
            <a:ext cx="107417" cy="45504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7129842" y="3104922"/>
            <a:ext cx="1732108" cy="1498955"/>
          </a:xfrm>
          <a:prstGeom prst="rect">
            <a:avLst/>
          </a:prstGeom>
        </p:spPr>
      </p:pic>
      <p:sp>
        <p:nvSpPr>
          <p:cNvPr id="6" name="object 6"/>
          <p:cNvSpPr/>
          <p:nvPr/>
        </p:nvSpPr>
        <p:spPr>
          <a:xfrm>
            <a:off x="4397407" y="1338295"/>
            <a:ext cx="0" cy="3051810"/>
          </a:xfrm>
          <a:custGeom>
            <a:avLst/>
            <a:gdLst/>
            <a:ahLst/>
            <a:cxnLst/>
            <a:rect l="l" t="t" r="r" b="b"/>
            <a:pathLst>
              <a:path h="3051810">
                <a:moveTo>
                  <a:pt x="0" y="3051444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7532656" y="4603877"/>
            <a:ext cx="0" cy="481965"/>
          </a:xfrm>
          <a:custGeom>
            <a:avLst/>
            <a:gdLst/>
            <a:ahLst/>
            <a:cxnLst/>
            <a:rect l="l" t="t" r="r" b="b"/>
            <a:pathLst>
              <a:path h="481964">
                <a:moveTo>
                  <a:pt x="0" y="481806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8741105" y="1338295"/>
            <a:ext cx="0" cy="468630"/>
          </a:xfrm>
          <a:custGeom>
            <a:avLst/>
            <a:gdLst/>
            <a:ahLst/>
            <a:cxnLst/>
            <a:rect l="l" t="t" r="r" b="b"/>
            <a:pathLst>
              <a:path h="468630">
                <a:moveTo>
                  <a:pt x="0" y="468423"/>
                </a:moveTo>
                <a:lnTo>
                  <a:pt x="0" y="0"/>
                </a:lnTo>
              </a:path>
            </a:pathLst>
          </a:custGeom>
          <a:ln w="201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8774672" y="2261759"/>
            <a:ext cx="0" cy="1191260"/>
          </a:xfrm>
          <a:custGeom>
            <a:avLst/>
            <a:gdLst/>
            <a:ahLst/>
            <a:cxnLst/>
            <a:rect l="l" t="t" r="r" b="b"/>
            <a:pathLst>
              <a:path h="1191260">
                <a:moveTo>
                  <a:pt x="0" y="1191135"/>
                </a:moveTo>
                <a:lnTo>
                  <a:pt x="0" y="0"/>
                </a:lnTo>
              </a:path>
            </a:pathLst>
          </a:custGeom>
          <a:ln w="8056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652849" y="1298145"/>
            <a:ext cx="456565" cy="0"/>
          </a:xfrm>
          <a:custGeom>
            <a:avLst/>
            <a:gdLst/>
            <a:ahLst/>
            <a:cxnLst/>
            <a:rect l="l" t="t" r="r" b="b"/>
            <a:pathLst>
              <a:path w="456564">
                <a:moveTo>
                  <a:pt x="0" y="0"/>
                </a:moveTo>
                <a:lnTo>
                  <a:pt x="456525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4578674" y="1298145"/>
            <a:ext cx="940435" cy="0"/>
          </a:xfrm>
          <a:custGeom>
            <a:avLst/>
            <a:gdLst/>
            <a:ahLst/>
            <a:cxnLst/>
            <a:rect l="l" t="t" r="r" b="b"/>
            <a:pathLst>
              <a:path w="940435">
                <a:moveTo>
                  <a:pt x="483378" y="0"/>
                </a:moveTo>
                <a:lnTo>
                  <a:pt x="939903" y="0"/>
                </a:lnTo>
              </a:path>
              <a:path w="940435">
                <a:moveTo>
                  <a:pt x="0" y="0"/>
                </a:moveTo>
                <a:lnTo>
                  <a:pt x="456524" y="0"/>
                </a:lnTo>
              </a:path>
            </a:pathLst>
          </a:custGeom>
          <a:ln w="1340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8727677" y="2526084"/>
            <a:ext cx="416559" cy="20320"/>
          </a:xfrm>
          <a:custGeom>
            <a:avLst/>
            <a:gdLst/>
            <a:ahLst/>
            <a:cxnLst/>
            <a:rect l="l" t="t" r="r" b="b"/>
            <a:pathLst>
              <a:path w="416559" h="20319">
                <a:moveTo>
                  <a:pt x="416322" y="20075"/>
                </a:moveTo>
                <a:lnTo>
                  <a:pt x="0" y="20075"/>
                </a:lnTo>
                <a:lnTo>
                  <a:pt x="0" y="0"/>
                </a:lnTo>
                <a:lnTo>
                  <a:pt x="416322" y="0"/>
                </a:lnTo>
                <a:lnTo>
                  <a:pt x="416322" y="20075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4404119" y="4389740"/>
            <a:ext cx="2726055" cy="0"/>
          </a:xfrm>
          <a:custGeom>
            <a:avLst/>
            <a:gdLst/>
            <a:ahLst/>
            <a:cxnLst/>
            <a:rect l="l" t="t" r="r" b="b"/>
            <a:pathLst>
              <a:path w="2726054">
                <a:moveTo>
                  <a:pt x="0" y="0"/>
                </a:moveTo>
                <a:lnTo>
                  <a:pt x="2725721" y="0"/>
                </a:lnTo>
              </a:path>
            </a:pathLst>
          </a:custGeom>
          <a:ln w="2676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18223" rIns="0" bIns="0" rtlCol="0">
            <a:spAutoFit/>
          </a:bodyPr>
          <a:lstStyle/>
          <a:p>
            <a:pPr marL="437515">
              <a:lnSpc>
                <a:spcPct val="100000"/>
              </a:lnSpc>
              <a:spcBef>
                <a:spcPts val="105"/>
              </a:spcBef>
            </a:pPr>
            <a:r>
              <a:rPr sz="3250" spc="-120" dirty="0">
                <a:solidFill>
                  <a:srgbClr val="010101"/>
                </a:solidFill>
              </a:rPr>
              <a:t>Backend</a:t>
            </a:r>
            <a:r>
              <a:rPr sz="3250" spc="10" dirty="0">
                <a:solidFill>
                  <a:srgbClr val="010101"/>
                </a:solidFill>
              </a:rPr>
              <a:t> </a:t>
            </a:r>
            <a:r>
              <a:rPr sz="3250" spc="-85" dirty="0">
                <a:solidFill>
                  <a:srgbClr val="010101"/>
                </a:solidFill>
              </a:rPr>
              <a:t>Implementation:</a:t>
            </a:r>
            <a:r>
              <a:rPr sz="3250" spc="-445" dirty="0">
                <a:solidFill>
                  <a:srgbClr val="010101"/>
                </a:solidFill>
              </a:rPr>
              <a:t> </a:t>
            </a:r>
            <a:r>
              <a:rPr sz="3250" spc="-240" dirty="0">
                <a:solidFill>
                  <a:srgbClr val="010101"/>
                </a:solidFill>
              </a:rPr>
              <a:t>VS</a:t>
            </a:r>
            <a:r>
              <a:rPr sz="3250" spc="-225" dirty="0">
                <a:solidFill>
                  <a:srgbClr val="010101"/>
                </a:solidFill>
              </a:rPr>
              <a:t> </a:t>
            </a:r>
            <a:r>
              <a:rPr sz="3250" spc="-135" dirty="0">
                <a:solidFill>
                  <a:srgbClr val="010101"/>
                </a:solidFill>
              </a:rPr>
              <a:t>Code</a:t>
            </a:r>
            <a:r>
              <a:rPr sz="3250" spc="-65" dirty="0">
                <a:solidFill>
                  <a:srgbClr val="010101"/>
                </a:solidFill>
              </a:rPr>
              <a:t> </a:t>
            </a:r>
            <a:r>
              <a:rPr sz="3250" spc="-40" dirty="0">
                <a:solidFill>
                  <a:srgbClr val="010101"/>
                </a:solidFill>
              </a:rPr>
              <a:t>Snapshot</a:t>
            </a:r>
            <a:endParaRPr sz="3250"/>
          </a:p>
        </p:txBody>
      </p:sp>
      <p:sp>
        <p:nvSpPr>
          <p:cNvPr id="15" name="object 15"/>
          <p:cNvSpPr txBox="1"/>
          <p:nvPr/>
        </p:nvSpPr>
        <p:spPr>
          <a:xfrm>
            <a:off x="644441" y="1345950"/>
            <a:ext cx="3162935" cy="995680"/>
          </a:xfrm>
          <a:prstGeom prst="rect">
            <a:avLst/>
          </a:prstGeom>
        </p:spPr>
        <p:txBody>
          <a:bodyPr vert="horz" wrap="square" lIns="0" tIns="8890" rIns="0" bIns="0" rtlCol="0">
            <a:spAutoFit/>
          </a:bodyPr>
          <a:lstStyle/>
          <a:p>
            <a:pPr marL="194945" marR="5080" indent="-182880">
              <a:lnSpc>
                <a:spcPct val="101400"/>
              </a:lnSpc>
              <a:spcBef>
                <a:spcPts val="70"/>
              </a:spcBef>
              <a:buClr>
                <a:srgbClr val="B1725B"/>
              </a:buClr>
              <a:buChar char="•"/>
              <a:tabLst>
                <a:tab pos="194945" algn="l"/>
              </a:tabLst>
            </a:pPr>
            <a:r>
              <a:rPr sz="2100" spc="65" dirty="0">
                <a:solidFill>
                  <a:srgbClr val="010101"/>
                </a:solidFill>
                <a:latin typeface="Arial"/>
                <a:cs typeface="Arial"/>
              </a:rPr>
              <a:t>Spring</a:t>
            </a:r>
            <a:r>
              <a:rPr sz="2100" spc="2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10101"/>
                </a:solidFill>
                <a:latin typeface="Arial"/>
                <a:cs typeface="Arial"/>
              </a:rPr>
              <a:t>Boot/MERN </a:t>
            </a:r>
            <a:r>
              <a:rPr sz="2100" spc="70" dirty="0">
                <a:solidFill>
                  <a:srgbClr val="010101"/>
                </a:solidFill>
                <a:latin typeface="Arial"/>
                <a:cs typeface="Arial"/>
              </a:rPr>
              <a:t>controllers</a:t>
            </a:r>
            <a:r>
              <a:rPr sz="2100" spc="5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10" dirty="0">
                <a:solidFill>
                  <a:srgbClr val="010101"/>
                </a:solidFill>
                <a:latin typeface="Arial"/>
                <a:cs typeface="Arial"/>
              </a:rPr>
              <a:t>(e.g., </a:t>
            </a:r>
            <a:r>
              <a:rPr sz="2100" spc="40" dirty="0">
                <a:solidFill>
                  <a:srgbClr val="010101"/>
                </a:solidFill>
                <a:latin typeface="Arial"/>
                <a:cs typeface="Arial"/>
              </a:rPr>
              <a:t>BookingController.java)</a:t>
            </a:r>
            <a:endParaRPr sz="21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41056" y="2771296"/>
            <a:ext cx="3302635" cy="100266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97485" marR="5080" indent="-185420">
              <a:lnSpc>
                <a:spcPct val="102499"/>
              </a:lnSpc>
              <a:spcBef>
                <a:spcPts val="40"/>
              </a:spcBef>
              <a:buClr>
                <a:srgbClr val="B1725B"/>
              </a:buClr>
              <a:buSzPct val="123809"/>
              <a:buChar char="•"/>
              <a:tabLst>
                <a:tab pos="201295" algn="l"/>
              </a:tabLst>
            </a:pPr>
            <a:r>
              <a:rPr sz="2100" spc="60" dirty="0">
                <a:solidFill>
                  <a:srgbClr val="010101"/>
                </a:solidFill>
                <a:latin typeface="Arial"/>
                <a:cs typeface="Arial"/>
              </a:rPr>
              <a:t>Managing</a:t>
            </a:r>
            <a:r>
              <a:rPr sz="2100" spc="105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65" dirty="0">
                <a:solidFill>
                  <a:srgbClr val="010101"/>
                </a:solidFill>
                <a:latin typeface="Arial"/>
                <a:cs typeface="Arial"/>
              </a:rPr>
              <a:t>dependencies 	</a:t>
            </a:r>
            <a:r>
              <a:rPr sz="2100" dirty="0">
                <a:solidFill>
                  <a:srgbClr val="010101"/>
                </a:solidFill>
                <a:latin typeface="Arial"/>
                <a:cs typeface="Arial"/>
              </a:rPr>
              <a:t>via</a:t>
            </a:r>
            <a:r>
              <a:rPr sz="2100" spc="6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85" dirty="0">
                <a:solidFill>
                  <a:srgbClr val="010101"/>
                </a:solidFill>
                <a:latin typeface="Arial"/>
                <a:cs typeface="Arial"/>
              </a:rPr>
              <a:t>pom.xml</a:t>
            </a:r>
            <a:r>
              <a:rPr sz="2100" spc="90" dirty="0">
                <a:solidFill>
                  <a:srgbClr val="010101"/>
                </a:solidFill>
                <a:latin typeface="Arial"/>
                <a:cs typeface="Arial"/>
              </a:rPr>
              <a:t> </a:t>
            </a:r>
            <a:r>
              <a:rPr sz="2100" spc="-25" dirty="0">
                <a:solidFill>
                  <a:srgbClr val="010101"/>
                </a:solidFill>
                <a:latin typeface="Arial"/>
                <a:cs typeface="Arial"/>
              </a:rPr>
              <a:t>or 	</a:t>
            </a:r>
            <a:r>
              <a:rPr sz="2100" spc="50" dirty="0">
                <a:solidFill>
                  <a:srgbClr val="010101"/>
                </a:solidFill>
                <a:latin typeface="Arial"/>
                <a:cs typeface="Arial"/>
              </a:rPr>
              <a:t>equivalent</a:t>
            </a:r>
            <a:endParaRPr sz="21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443590" y="1472304"/>
            <a:ext cx="132715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50" spc="-25" dirty="0">
                <a:solidFill>
                  <a:srgbClr val="545254"/>
                </a:solidFill>
                <a:latin typeface="Arial"/>
                <a:cs typeface="Arial"/>
              </a:rPr>
              <a:t>[9</a:t>
            </a:r>
            <a:endParaRPr sz="95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33958" y="1229912"/>
            <a:ext cx="282575" cy="2933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50" dirty="0">
                <a:solidFill>
                  <a:srgbClr val="C8675E"/>
                </a:solidFill>
                <a:latin typeface="Arial"/>
                <a:cs typeface="Arial"/>
              </a:rPr>
              <a:t>•</a:t>
            </a:r>
            <a:r>
              <a:rPr sz="1650" spc="335" dirty="0">
                <a:solidFill>
                  <a:srgbClr val="C8675E"/>
                </a:solidFill>
                <a:latin typeface="Arial"/>
                <a:cs typeface="Arial"/>
              </a:rPr>
              <a:t> </a:t>
            </a:r>
            <a:r>
              <a:rPr sz="1750" spc="-50" dirty="0">
                <a:solidFill>
                  <a:srgbClr val="41A05D"/>
                </a:solidFill>
                <a:latin typeface="Arial"/>
                <a:cs typeface="Arial"/>
              </a:rPr>
              <a:t>•</a:t>
            </a:r>
            <a:endParaRPr sz="175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695705" y="1489125"/>
            <a:ext cx="287020" cy="946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" spc="-30" dirty="0">
                <a:solidFill>
                  <a:srgbClr val="828585"/>
                </a:solidFill>
                <a:latin typeface="Arial"/>
                <a:cs typeface="Arial"/>
              </a:rPr>
              <a:t>EXPlOREA</a:t>
            </a:r>
            <a:endParaRPr sz="45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729340" y="1263650"/>
            <a:ext cx="191135" cy="6140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3850" spc="175" dirty="0">
                <a:solidFill>
                  <a:srgbClr val="A7AAA8"/>
                </a:solidFill>
                <a:latin typeface="Arial"/>
                <a:cs typeface="Arial"/>
              </a:rPr>
              <a:t>.</a:t>
            </a:r>
            <a:endParaRPr sz="385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4450836" y="1550141"/>
            <a:ext cx="629920" cy="2698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algn="ctr">
              <a:lnSpc>
                <a:spcPts val="760"/>
              </a:lnSpc>
              <a:spcBef>
                <a:spcPts val="105"/>
              </a:spcBef>
            </a:pPr>
            <a:r>
              <a:rPr sz="1875" i="1" spc="195" baseline="-13333" dirty="0">
                <a:solidFill>
                  <a:srgbClr val="A7AAA8"/>
                </a:solidFill>
                <a:latin typeface="Times New Roman"/>
                <a:cs typeface="Times New Roman"/>
              </a:rPr>
              <a:t>p</a:t>
            </a:r>
            <a:r>
              <a:rPr sz="1875" i="1" spc="270" baseline="-13333" dirty="0">
                <a:solidFill>
                  <a:srgbClr val="A7AAA8"/>
                </a:solidFill>
                <a:latin typeface="Times New Roman"/>
                <a:cs typeface="Times New Roman"/>
              </a:rPr>
              <a:t>  </a:t>
            </a:r>
            <a:r>
              <a:rPr sz="1150" spc="60" dirty="0">
                <a:solidFill>
                  <a:srgbClr val="8E9595"/>
                </a:solidFill>
                <a:latin typeface="Times New Roman"/>
                <a:cs typeface="Times New Roman"/>
              </a:rPr>
              <a:t>,</a:t>
            </a:r>
            <a:r>
              <a:rPr sz="1150" spc="130" dirty="0">
                <a:solidFill>
                  <a:srgbClr val="8E9595"/>
                </a:solidFill>
                <a:latin typeface="Times New Roman"/>
                <a:cs typeface="Times New Roman"/>
              </a:rPr>
              <a:t>  </a:t>
            </a:r>
            <a:r>
              <a:rPr sz="1600" spc="-125" dirty="0">
                <a:solidFill>
                  <a:srgbClr val="676262"/>
                </a:solidFill>
                <a:latin typeface="Arial"/>
                <a:cs typeface="Arial"/>
              </a:rPr>
              <a:t>....,.</a:t>
            </a:r>
            <a:endParaRPr sz="1600">
              <a:latin typeface="Arial"/>
              <a:cs typeface="Arial"/>
            </a:endParaRPr>
          </a:p>
          <a:p>
            <a:pPr marR="12065" algn="ctr">
              <a:lnSpc>
                <a:spcPts val="240"/>
              </a:lnSpc>
            </a:pPr>
            <a:r>
              <a:rPr sz="400" spc="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400" spc="50" dirty="0">
                <a:solidFill>
                  <a:srgbClr val="424446"/>
                </a:solidFill>
                <a:latin typeface="Arial"/>
                <a:cs typeface="Arial"/>
              </a:rPr>
              <a:t>O</a:t>
            </a:r>
            <a:r>
              <a:rPr sz="400" spc="50" dirty="0">
                <a:solidFill>
                  <a:srgbClr val="181A1A"/>
                </a:solidFill>
                <a:latin typeface="Arial"/>
                <a:cs typeface="Arial"/>
              </a:rPr>
              <a:t>E</a:t>
            </a:r>
            <a:r>
              <a:rPr sz="400" spc="50" dirty="0">
                <a:solidFill>
                  <a:srgbClr val="313131"/>
                </a:solidFill>
                <a:latin typeface="Arial"/>
                <a:cs typeface="Arial"/>
              </a:rPr>
              <a:t>MO</a:t>
            </a:r>
            <a:endParaRPr sz="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4701952" y="1778498"/>
            <a:ext cx="213360" cy="132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00" dirty="0">
                <a:solidFill>
                  <a:srgbClr val="8E9595"/>
                </a:solidFill>
                <a:latin typeface="Arial"/>
                <a:cs typeface="Arial"/>
              </a:rPr>
              <a:t>&gt;.</a:t>
            </a:r>
            <a:r>
              <a:rPr sz="700" spc="44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00" spc="-65" dirty="0">
                <a:solidFill>
                  <a:srgbClr val="757274"/>
                </a:solidFill>
                <a:latin typeface="Arial"/>
                <a:cs typeface="Arial"/>
              </a:rPr>
              <a:t>6tt</a:t>
            </a:r>
            <a:endParaRPr sz="4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4422716" y="1884387"/>
            <a:ext cx="173990" cy="1059815"/>
          </a:xfrm>
          <a:prstGeom prst="rect">
            <a:avLst/>
          </a:prstGeom>
        </p:spPr>
        <p:txBody>
          <a:bodyPr vert="horz" wrap="square" lIns="0" tIns="3048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40"/>
              </a:spcBef>
            </a:pPr>
            <a:r>
              <a:rPr sz="1200" spc="-25" dirty="0">
                <a:solidFill>
                  <a:srgbClr val="A7AAA8"/>
                </a:solidFill>
                <a:latin typeface="Arial"/>
                <a:cs typeface="Arial"/>
              </a:rPr>
              <a:t>Ii'</a:t>
            </a:r>
            <a:endParaRPr sz="1200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40"/>
              </a:spcBef>
            </a:pPr>
            <a:r>
              <a:rPr sz="1150" i="1" spc="-215" dirty="0">
                <a:solidFill>
                  <a:srgbClr val="A7AAA8"/>
                </a:solidFill>
                <a:latin typeface="Verdana"/>
                <a:cs typeface="Verdana"/>
              </a:rPr>
              <a:t>if&gt;</a:t>
            </a:r>
            <a:endParaRPr sz="1150">
              <a:latin typeface="Verdana"/>
              <a:cs typeface="Verdana"/>
            </a:endParaRPr>
          </a:p>
          <a:p>
            <a:pPr marL="12700">
              <a:lnSpc>
                <a:spcPct val="100000"/>
              </a:lnSpc>
              <a:spcBef>
                <a:spcPts val="1115"/>
              </a:spcBef>
            </a:pPr>
            <a:r>
              <a:rPr sz="550" spc="-50" dirty="0">
                <a:solidFill>
                  <a:srgbClr val="BCBCBC"/>
                </a:solidFill>
                <a:latin typeface="Arial"/>
                <a:cs typeface="Arial"/>
              </a:rPr>
              <a:t>�</a:t>
            </a:r>
            <a:endParaRPr sz="550">
              <a:latin typeface="Arial"/>
              <a:cs typeface="Arial"/>
            </a:endParaRPr>
          </a:p>
          <a:p>
            <a:pPr marL="60325">
              <a:lnSpc>
                <a:spcPct val="100000"/>
              </a:lnSpc>
              <a:spcBef>
                <a:spcPts val="475"/>
              </a:spcBef>
            </a:pPr>
            <a:r>
              <a:rPr sz="1050" i="1" spc="-170" dirty="0">
                <a:solidFill>
                  <a:srgbClr val="A7AAA8"/>
                </a:solidFill>
                <a:latin typeface="Verdana"/>
                <a:cs typeface="Verdana"/>
              </a:rPr>
              <a:t>JJ.</a:t>
            </a:r>
            <a:endParaRPr sz="1050">
              <a:latin typeface="Verdana"/>
              <a:cs typeface="Verdana"/>
            </a:endParaRPr>
          </a:p>
          <a:p>
            <a:pPr marL="40640">
              <a:lnSpc>
                <a:spcPct val="100000"/>
              </a:lnSpc>
              <a:spcBef>
                <a:spcPts val="570"/>
              </a:spcBef>
            </a:pPr>
            <a:r>
              <a:rPr sz="800" b="1" spc="-85" dirty="0">
                <a:solidFill>
                  <a:srgbClr val="A7AAA8"/>
                </a:solidFill>
                <a:latin typeface="Arial"/>
                <a:cs typeface="Arial"/>
              </a:rPr>
              <a:t>l!"J</a:t>
            </a:r>
            <a:endParaRPr sz="8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692984" y="1873671"/>
            <a:ext cx="966469" cy="1732280"/>
          </a:xfrm>
          <a:prstGeom prst="rect">
            <a:avLst/>
          </a:prstGeom>
        </p:spPr>
        <p:txBody>
          <a:bodyPr vert="horz" wrap="square" lIns="0" tIns="298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35"/>
              </a:spcBef>
            </a:pPr>
            <a:r>
              <a:rPr sz="500" spc="150" dirty="0">
                <a:solidFill>
                  <a:srgbClr val="A7AAA8"/>
                </a:solidFill>
                <a:latin typeface="Times New Roman"/>
                <a:cs typeface="Times New Roman"/>
              </a:rPr>
              <a:t>vii,</a:t>
            </a:r>
            <a:r>
              <a:rPr sz="500" spc="-6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500" spc="-20" dirty="0">
                <a:solidFill>
                  <a:srgbClr val="676262"/>
                </a:solidFill>
                <a:latin typeface="Times New Roman"/>
                <a:cs typeface="Times New Roman"/>
              </a:rPr>
              <a:t>main</a:t>
            </a:r>
            <a:endParaRPr sz="500">
              <a:latin typeface="Times New Roman"/>
              <a:cs typeface="Times New Roman"/>
            </a:endParaRPr>
          </a:p>
          <a:p>
            <a:pPr marL="59690">
              <a:lnSpc>
                <a:spcPct val="100000"/>
              </a:lnSpc>
              <a:spcBef>
                <a:spcPts val="140"/>
              </a:spcBef>
            </a:pP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350" spc="21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729CBA"/>
                </a:solidFill>
                <a:latin typeface="Arial"/>
                <a:cs typeface="Arial"/>
              </a:rPr>
              <a:t>Ii,</a:t>
            </a:r>
            <a:r>
              <a:rPr sz="500" spc="235" dirty="0">
                <a:solidFill>
                  <a:srgbClr val="729CBA"/>
                </a:solidFill>
                <a:latin typeface="Arial"/>
                <a:cs typeface="Arial"/>
              </a:rPr>
              <a:t> </a:t>
            </a:r>
            <a:r>
              <a:rPr sz="500" spc="-20" dirty="0">
                <a:solidFill>
                  <a:srgbClr val="828585"/>
                </a:solidFill>
                <a:latin typeface="Arial"/>
                <a:cs typeface="Arial"/>
              </a:rPr>
              <a:t>f</a:t>
            </a:r>
            <a:r>
              <a:rPr sz="500" spc="-20" dirty="0">
                <a:solidFill>
                  <a:srgbClr val="676262"/>
                </a:solidFill>
                <a:latin typeface="Arial"/>
                <a:cs typeface="Arial"/>
              </a:rPr>
              <a:t>ava</a:t>
            </a:r>
            <a:endParaRPr sz="500">
              <a:latin typeface="Arial"/>
              <a:cs typeface="Arial"/>
            </a:endParaRPr>
          </a:p>
          <a:p>
            <a:pPr marL="92710">
              <a:lnSpc>
                <a:spcPct val="100000"/>
              </a:lnSpc>
              <a:spcBef>
                <a:spcPts val="140"/>
              </a:spcBef>
            </a:pP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v</a:t>
            </a:r>
            <a:r>
              <a:rPr sz="350" spc="24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A7AAA8"/>
                </a:solidFill>
                <a:latin typeface="Times New Roman"/>
                <a:cs typeface="Times New Roman"/>
              </a:rPr>
              <a:t>Ii,</a:t>
            </a:r>
            <a:r>
              <a:rPr sz="500" spc="18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com.eumple</a:t>
            </a:r>
            <a:endParaRPr sz="550">
              <a:latin typeface="Times New Roman"/>
              <a:cs typeface="Times New Roman"/>
            </a:endParaRPr>
          </a:p>
          <a:p>
            <a:pPr marL="126364">
              <a:lnSpc>
                <a:spcPct val="100000"/>
              </a:lnSpc>
              <a:spcBef>
                <a:spcPts val="75"/>
              </a:spcBef>
            </a:pPr>
            <a:r>
              <a:rPr sz="500" spc="55" dirty="0">
                <a:solidFill>
                  <a:srgbClr val="8E9595"/>
                </a:solidFill>
                <a:latin typeface="Arial"/>
                <a:cs typeface="Arial"/>
              </a:rPr>
              <a:t>vi,,</a:t>
            </a:r>
            <a:r>
              <a:rPr sz="500" spc="55" dirty="0">
                <a:solidFill>
                  <a:srgbClr val="757274"/>
                </a:solidFill>
                <a:latin typeface="Arial"/>
                <a:cs typeface="Arial"/>
              </a:rPr>
              <a:t>...,.</a:t>
            </a:r>
            <a:endParaRPr sz="500">
              <a:latin typeface="Arial"/>
              <a:cs typeface="Arial"/>
            </a:endParaRPr>
          </a:p>
          <a:p>
            <a:pPr marL="153035">
              <a:lnSpc>
                <a:spcPct val="100000"/>
              </a:lnSpc>
              <a:spcBef>
                <a:spcPts val="140"/>
              </a:spcBef>
            </a:pPr>
            <a:r>
              <a:rPr sz="450" spc="100" dirty="0">
                <a:solidFill>
                  <a:srgbClr val="828585"/>
                </a:solidFill>
                <a:latin typeface="Arial"/>
                <a:cs typeface="Arial"/>
              </a:rPr>
              <a:t>v</a:t>
            </a:r>
            <a:r>
              <a:rPr sz="450" spc="9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b="1" spc="-10" dirty="0">
                <a:solidFill>
                  <a:srgbClr val="8E9595"/>
                </a:solidFill>
                <a:latin typeface="Arial"/>
                <a:cs typeface="Arial"/>
              </a:rPr>
              <a:t>iit</a:t>
            </a:r>
            <a:r>
              <a:rPr sz="450" spc="-10" dirty="0">
                <a:solidFill>
                  <a:srgbClr val="676262"/>
                </a:solidFill>
                <a:latin typeface="Arial"/>
                <a:cs typeface="Arial"/>
              </a:rPr>
              <a:t>con</a:t>
            </a:r>
            <a:r>
              <a:rPr sz="450" spc="-10" dirty="0">
                <a:solidFill>
                  <a:srgbClr val="424446"/>
                </a:solidFill>
                <a:latin typeface="Arial"/>
                <a:cs typeface="Arial"/>
              </a:rPr>
              <a:t>tr</a:t>
            </a:r>
            <a:r>
              <a:rPr sz="450" spc="-10" dirty="0">
                <a:solidFill>
                  <a:srgbClr val="676262"/>
                </a:solidFill>
                <a:latin typeface="Arial"/>
                <a:cs typeface="Arial"/>
              </a:rPr>
              <a:t>oller</a:t>
            </a:r>
            <a:endParaRPr sz="450">
              <a:latin typeface="Arial"/>
              <a:cs typeface="Arial"/>
            </a:endParaRPr>
          </a:p>
          <a:p>
            <a:pPr marL="237490">
              <a:lnSpc>
                <a:spcPct val="100000"/>
              </a:lnSpc>
              <a:spcBef>
                <a:spcPts val="130"/>
              </a:spcBef>
            </a:pPr>
            <a:r>
              <a:rPr sz="550" b="1" dirty="0">
                <a:solidFill>
                  <a:srgbClr val="995B4F"/>
                </a:solidFill>
                <a:latin typeface="Arial"/>
                <a:cs typeface="Arial"/>
              </a:rPr>
              <a:t>9</a:t>
            </a:r>
            <a:r>
              <a:rPr sz="550" b="1" spc="375" dirty="0">
                <a:solidFill>
                  <a:srgbClr val="995B4F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Booldn</a:t>
            </a:r>
            <a:r>
              <a:rPr sz="500" spc="-10" dirty="0">
                <a:solidFill>
                  <a:srgbClr val="424446"/>
                </a:solidFill>
                <a:latin typeface="Arial"/>
                <a:cs typeface="Arial"/>
              </a:rPr>
              <a:t>gcontrolle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rJava</a:t>
            </a:r>
            <a:endParaRPr sz="500">
              <a:latin typeface="Arial"/>
              <a:cs typeface="Arial"/>
            </a:endParaRPr>
          </a:p>
          <a:p>
            <a:pPr marL="235585">
              <a:lnSpc>
                <a:spcPct val="100000"/>
              </a:lnSpc>
              <a:spcBef>
                <a:spcPts val="25"/>
              </a:spcBef>
            </a:pPr>
            <a:r>
              <a:rPr sz="600" b="1" dirty="0">
                <a:solidFill>
                  <a:srgbClr val="824242"/>
                </a:solidFill>
                <a:latin typeface="Arial"/>
                <a:cs typeface="Arial"/>
              </a:rPr>
              <a:t>0</a:t>
            </a:r>
            <a:r>
              <a:rPr sz="600" b="1" spc="335" dirty="0">
                <a:solidFill>
                  <a:srgbClr val="824242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Beoklngcontroller.java</a:t>
            </a:r>
            <a:endParaRPr sz="500">
              <a:latin typeface="Arial"/>
              <a:cs typeface="Arial"/>
            </a:endParaRPr>
          </a:p>
          <a:p>
            <a:pPr marL="196850" indent="-66675">
              <a:lnSpc>
                <a:spcPct val="100000"/>
              </a:lnSpc>
              <a:spcBef>
                <a:spcPts val="120"/>
              </a:spcBef>
              <a:buClr>
                <a:srgbClr val="828585"/>
              </a:buClr>
              <a:buChar char="&gt;"/>
              <a:tabLst>
                <a:tab pos="196850" algn="l"/>
              </a:tabLst>
            </a:pPr>
            <a:r>
              <a:rPr sz="500" spc="-10" dirty="0">
                <a:solidFill>
                  <a:srgbClr val="8E9595"/>
                </a:solidFill>
                <a:latin typeface="Arial"/>
                <a:cs typeface="Arial"/>
              </a:rPr>
              <a:t>	•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,esou,e</a:t>
            </a:r>
            <a:r>
              <a:rPr sz="500" spc="-10" dirty="0">
                <a:solidFill>
                  <a:srgbClr val="545254"/>
                </a:solidFill>
                <a:latin typeface="Arial"/>
                <a:cs typeface="Arial"/>
              </a:rPr>
              <a:t>e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s</a:t>
            </a:r>
            <a:endParaRPr sz="500">
              <a:latin typeface="Arial"/>
              <a:cs typeface="Arial"/>
            </a:endParaRPr>
          </a:p>
          <a:p>
            <a:pPr marL="196850" indent="-66675">
              <a:lnSpc>
                <a:spcPct val="100000"/>
              </a:lnSpc>
              <a:spcBef>
                <a:spcPts val="190"/>
              </a:spcBef>
              <a:buClr>
                <a:srgbClr val="8E9595"/>
              </a:buClr>
              <a:buChar char="&gt;"/>
              <a:tabLst>
                <a:tab pos="196850" algn="l"/>
              </a:tabLst>
            </a:pP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	•</a:t>
            </a:r>
            <a:r>
              <a:rPr sz="500" spc="42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s</a:t>
            </a:r>
            <a:r>
              <a:rPr sz="500" spc="-10" dirty="0">
                <a:solidFill>
                  <a:srgbClr val="545254"/>
                </a:solidFill>
                <a:latin typeface="Arial"/>
                <a:cs typeface="Arial"/>
              </a:rPr>
              <a:t>ta1</a:t>
            </a: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11</a:t>
            </a:r>
            <a:endParaRPr sz="500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185"/>
              </a:spcBef>
            </a:pPr>
            <a:r>
              <a:rPr sz="400" dirty="0">
                <a:solidFill>
                  <a:srgbClr val="8E9595"/>
                </a:solidFill>
                <a:latin typeface="Arial"/>
                <a:cs typeface="Arial"/>
              </a:rPr>
              <a:t>)</a:t>
            </a:r>
            <a:r>
              <a:rPr sz="400" spc="28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00" dirty="0">
                <a:solidFill>
                  <a:srgbClr val="A7AAA8"/>
                </a:solidFill>
                <a:latin typeface="Arial"/>
                <a:cs typeface="Arial"/>
              </a:rPr>
              <a:t>•</a:t>
            </a:r>
            <a:r>
              <a:rPr sz="400" spc="434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00" spc="-10" dirty="0">
                <a:solidFill>
                  <a:srgbClr val="757274"/>
                </a:solidFill>
                <a:latin typeface="Arial"/>
                <a:cs typeface="Arial"/>
              </a:rPr>
              <a:t>rt$0LKCC$</a:t>
            </a:r>
            <a:endParaRPr sz="400">
              <a:latin typeface="Arial"/>
              <a:cs typeface="Arial"/>
            </a:endParaRPr>
          </a:p>
          <a:p>
            <a:pPr marL="65405">
              <a:lnSpc>
                <a:spcPct val="100000"/>
              </a:lnSpc>
              <a:spcBef>
                <a:spcPts val="259"/>
              </a:spcBef>
            </a:pPr>
            <a:r>
              <a:rPr sz="400" dirty="0">
                <a:solidFill>
                  <a:srgbClr val="A7AAA8"/>
                </a:solidFill>
                <a:latin typeface="Times New Roman"/>
                <a:cs typeface="Times New Roman"/>
              </a:rPr>
              <a:t>)</a:t>
            </a:r>
            <a:r>
              <a:rPr sz="400" spc="23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400" dirty="0">
                <a:solidFill>
                  <a:srgbClr val="A7AAA8"/>
                </a:solidFill>
                <a:latin typeface="Times New Roman"/>
                <a:cs typeface="Times New Roman"/>
              </a:rPr>
              <a:t>•</a:t>
            </a:r>
            <a:r>
              <a:rPr sz="400" spc="204" dirty="0">
                <a:solidFill>
                  <a:srgbClr val="A7AAA8"/>
                </a:solidFill>
                <a:latin typeface="Times New Roman"/>
                <a:cs typeface="Times New Roman"/>
              </a:rPr>
              <a:t>  </a:t>
            </a:r>
            <a:r>
              <a:rPr sz="400" spc="-20" dirty="0">
                <a:solidFill>
                  <a:srgbClr val="545254"/>
                </a:solidFill>
                <a:latin typeface="Times New Roman"/>
                <a:cs typeface="Times New Roman"/>
              </a:rPr>
              <a:t>18S1</a:t>
            </a:r>
            <a:endParaRPr sz="400">
              <a:latin typeface="Times New Roman"/>
              <a:cs typeface="Times New Roman"/>
            </a:endParaRPr>
          </a:p>
          <a:p>
            <a:pPr marL="65405">
              <a:lnSpc>
                <a:spcPct val="100000"/>
              </a:lnSpc>
              <a:spcBef>
                <a:spcPts val="160"/>
              </a:spcBef>
            </a:pPr>
            <a:r>
              <a:rPr sz="550" spc="75" dirty="0">
                <a:solidFill>
                  <a:srgbClr val="8E9595"/>
                </a:solidFill>
                <a:latin typeface="Times New Roman"/>
                <a:cs typeface="Times New Roman"/>
              </a:rPr>
              <a:t>&gt;•</a:t>
            </a:r>
            <a:r>
              <a:rPr sz="550" spc="75" dirty="0">
                <a:solidFill>
                  <a:srgbClr val="545254"/>
                </a:solidFill>
                <a:latin typeface="Times New Roman"/>
                <a:cs typeface="Times New Roman"/>
              </a:rPr>
              <a:t>target</a:t>
            </a:r>
            <a:endParaRPr sz="550">
              <a:latin typeface="Times New Roman"/>
              <a:cs typeface="Times New Roman"/>
            </a:endParaRPr>
          </a:p>
          <a:p>
            <a:pPr marR="544195" algn="r">
              <a:lnSpc>
                <a:spcPct val="100000"/>
              </a:lnSpc>
              <a:spcBef>
                <a:spcPts val="75"/>
              </a:spcBef>
            </a:pPr>
            <a:r>
              <a:rPr sz="550" spc="225" dirty="0">
                <a:solidFill>
                  <a:srgbClr val="B17E77"/>
                </a:solidFill>
                <a:latin typeface="Arial"/>
                <a:cs typeface="Arial"/>
              </a:rPr>
              <a:t>�</a:t>
            </a:r>
            <a:r>
              <a:rPr sz="550" spc="70" dirty="0">
                <a:solidFill>
                  <a:srgbClr val="B17E77"/>
                </a:solidFill>
                <a:latin typeface="Arial"/>
                <a:cs typeface="Arial"/>
              </a:rPr>
              <a:t> </a:t>
            </a:r>
            <a:r>
              <a:rPr sz="550" spc="-20" dirty="0">
                <a:solidFill>
                  <a:srgbClr val="757274"/>
                </a:solidFill>
                <a:latin typeface="Arial"/>
                <a:cs typeface="Arial"/>
              </a:rPr>
              <a:t>.git.igno</a:t>
            </a:r>
            <a:r>
              <a:rPr sz="550" spc="-20" dirty="0">
                <a:solidFill>
                  <a:srgbClr val="545254"/>
                </a:solidFill>
                <a:latin typeface="Arial"/>
                <a:cs typeface="Arial"/>
              </a:rPr>
              <a:t>re</a:t>
            </a:r>
            <a:endParaRPr sz="550">
              <a:latin typeface="Arial"/>
              <a:cs typeface="Arial"/>
            </a:endParaRPr>
          </a:p>
          <a:p>
            <a:pPr marR="562610" algn="r">
              <a:lnSpc>
                <a:spcPct val="100000"/>
              </a:lnSpc>
              <a:spcBef>
                <a:spcPts val="130"/>
              </a:spcBef>
            </a:pPr>
            <a:r>
              <a:rPr sz="500" spc="-10" dirty="0">
                <a:solidFill>
                  <a:srgbClr val="757274"/>
                </a:solidFill>
                <a:latin typeface="Arial"/>
                <a:cs typeface="Arial"/>
              </a:rPr>
              <a:t>.ooinom</a:t>
            </a:r>
            <a:endParaRPr sz="500">
              <a:latin typeface="Arial"/>
              <a:cs typeface="Arial"/>
            </a:endParaRPr>
          </a:p>
          <a:p>
            <a:pPr marL="149860">
              <a:lnSpc>
                <a:spcPct val="100000"/>
              </a:lnSpc>
              <a:spcBef>
                <a:spcPts val="185"/>
              </a:spcBef>
            </a:pP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pac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k</a:t>
            </a:r>
            <a:r>
              <a:rPr sz="450" spc="-10" dirty="0">
                <a:solidFill>
                  <a:srgbClr val="BCBCBC"/>
                </a:solidFill>
                <a:latin typeface="Arial"/>
                <a:cs typeface="Arial"/>
              </a:rPr>
              <a:t>.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ege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•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k&gt;C</a:t>
            </a:r>
            <a:r>
              <a:rPr sz="450" spc="-10" dirty="0">
                <a:solidFill>
                  <a:srgbClr val="424446"/>
                </a:solidFill>
                <a:latin typeface="Arial"/>
                <a:cs typeface="Arial"/>
              </a:rPr>
              <a:t>k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.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j</a:t>
            </a:r>
            <a:r>
              <a:rPr sz="450" spc="-10" dirty="0">
                <a:solidFill>
                  <a:srgbClr val="828585"/>
                </a:solidFill>
                <a:latin typeface="Arial"/>
                <a:cs typeface="Arial"/>
              </a:rPr>
              <a:t>$0n</a:t>
            </a:r>
            <a:endParaRPr sz="450">
              <a:latin typeface="Arial"/>
              <a:cs typeface="Arial"/>
            </a:endParaRPr>
          </a:p>
          <a:p>
            <a:pPr marL="145415">
              <a:lnSpc>
                <a:spcPct val="100000"/>
              </a:lnSpc>
              <a:spcBef>
                <a:spcPts val="100"/>
              </a:spcBef>
            </a:pP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�eka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geJ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son</a:t>
            </a:r>
            <a:endParaRPr sz="550">
              <a:latin typeface="Arial"/>
              <a:cs typeface="Arial"/>
            </a:endParaRPr>
          </a:p>
          <a:p>
            <a:pPr marL="59690">
              <a:lnSpc>
                <a:spcPct val="100000"/>
              </a:lnSpc>
              <a:spcBef>
                <a:spcPts val="30"/>
              </a:spcBef>
            </a:pPr>
            <a:r>
              <a:rPr sz="650" dirty="0">
                <a:solidFill>
                  <a:srgbClr val="A7AAA8"/>
                </a:solidFill>
                <a:latin typeface="Arial"/>
                <a:cs typeface="Arial"/>
              </a:rPr>
              <a:t>©</a:t>
            </a:r>
            <a:r>
              <a:rPr sz="650" spc="7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AEAOMEmd</a:t>
            </a:r>
            <a:endParaRPr sz="550">
              <a:latin typeface="Times New Roman"/>
              <a:cs typeface="Times New Roman"/>
            </a:endParaRPr>
          </a:p>
          <a:p>
            <a:pPr marL="71755">
              <a:lnSpc>
                <a:spcPct val="100000"/>
              </a:lnSpc>
              <a:spcBef>
                <a:spcPts val="55"/>
              </a:spcBef>
            </a:pPr>
            <a:r>
              <a:rPr sz="500" dirty="0">
                <a:solidFill>
                  <a:srgbClr val="A09E89"/>
                </a:solidFill>
                <a:latin typeface="Times New Roman"/>
                <a:cs typeface="Times New Roman"/>
              </a:rPr>
              <a:t>II</a:t>
            </a:r>
            <a:r>
              <a:rPr sz="500" spc="195" dirty="0">
                <a:solidFill>
                  <a:srgbClr val="A09E89"/>
                </a:solidFill>
                <a:latin typeface="Times New Roman"/>
                <a:cs typeface="Times New Roman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Times New Roman"/>
                <a:cs typeface="Times New Roman"/>
              </a:rPr>
              <a:t>pom</a:t>
            </a:r>
            <a:r>
              <a:rPr sz="500" spc="-10" dirty="0">
                <a:solidFill>
                  <a:srgbClr val="8E9595"/>
                </a:solidFill>
                <a:latin typeface="Times New Roman"/>
                <a:cs typeface="Times New Roman"/>
              </a:rPr>
              <a:t>,</a:t>
            </a:r>
            <a:r>
              <a:rPr sz="500" spc="-10" dirty="0">
                <a:solidFill>
                  <a:srgbClr val="676262"/>
                </a:solidFill>
                <a:latin typeface="Times New Roman"/>
                <a:cs typeface="Times New Roman"/>
              </a:rPr>
              <a:t>xml</a:t>
            </a:r>
            <a:endParaRPr sz="500">
              <a:latin typeface="Times New Roman"/>
              <a:cs typeface="Times New Roman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451690" y="3849507"/>
            <a:ext cx="14414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A7AAA8"/>
                </a:solidFill>
                <a:latin typeface="Arial"/>
                <a:cs typeface="Arial"/>
              </a:rPr>
              <a:t>®</a:t>
            </a:r>
            <a:endParaRPr sz="12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393943" y="4057277"/>
            <a:ext cx="120650" cy="2165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50" spc="-50" dirty="0">
                <a:solidFill>
                  <a:srgbClr val="A7AAA8"/>
                </a:solidFill>
                <a:latin typeface="Arial"/>
                <a:cs typeface="Arial"/>
              </a:rPr>
              <a:t>0</a:t>
            </a:r>
            <a:endParaRPr sz="125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4553024" y="4068609"/>
            <a:ext cx="441325" cy="305435"/>
          </a:xfrm>
          <a:prstGeom prst="rect">
            <a:avLst/>
          </a:prstGeom>
        </p:spPr>
        <p:txBody>
          <a:bodyPr vert="horz" wrap="square" lIns="0" tIns="36194" rIns="0" bIns="0" rtlCol="0">
            <a:spAutoFit/>
          </a:bodyPr>
          <a:lstStyle/>
          <a:p>
            <a:pPr marL="102870">
              <a:lnSpc>
                <a:spcPct val="100000"/>
              </a:lnSpc>
              <a:spcBef>
                <a:spcPts val="284"/>
              </a:spcBef>
            </a:pPr>
            <a:r>
              <a:rPr sz="40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00" spc="18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00" spc="-10" dirty="0">
                <a:solidFill>
                  <a:srgbClr val="545254"/>
                </a:solidFill>
                <a:latin typeface="Arial"/>
                <a:cs typeface="Arial"/>
              </a:rPr>
              <a:t>OUTUNE</a:t>
            </a:r>
            <a:endParaRPr sz="400">
              <a:latin typeface="Arial"/>
              <a:cs typeface="Arial"/>
            </a:endParaRPr>
          </a:p>
          <a:p>
            <a:pPr marL="102235">
              <a:lnSpc>
                <a:spcPts val="515"/>
              </a:lnSpc>
              <a:spcBef>
                <a:spcPts val="204"/>
              </a:spcBef>
            </a:pP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)</a:t>
            </a:r>
            <a:r>
              <a:rPr sz="450" spc="16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spc="-10" dirty="0">
                <a:solidFill>
                  <a:srgbClr val="545254"/>
                </a:solidFill>
                <a:latin typeface="Arial"/>
                <a:cs typeface="Arial"/>
              </a:rPr>
              <a:t>TMl8UHt</a:t>
            </a:r>
            <a:endParaRPr sz="450">
              <a:latin typeface="Arial"/>
              <a:cs typeface="Arial"/>
            </a:endParaRPr>
          </a:p>
          <a:p>
            <a:pPr marL="38100">
              <a:lnSpc>
                <a:spcPts val="815"/>
              </a:lnSpc>
            </a:pPr>
            <a:r>
              <a:rPr sz="700" spc="-20" dirty="0">
                <a:solidFill>
                  <a:srgbClr val="828585"/>
                </a:solidFill>
                <a:latin typeface="Arial"/>
                <a:cs typeface="Arial"/>
              </a:rPr>
              <a:t>!&gt;</a:t>
            </a:r>
            <a:r>
              <a:rPr sz="700" spc="-20" dirty="0">
                <a:solidFill>
                  <a:srgbClr val="757274"/>
                </a:solidFill>
                <a:latin typeface="Arial"/>
                <a:cs typeface="Arial"/>
              </a:rPr>
              <a:t>,,..,.,,.</a:t>
            </a:r>
            <a:r>
              <a:rPr sz="700" spc="8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825" spc="-75" baseline="-10101" dirty="0">
                <a:solidFill>
                  <a:srgbClr val="828585"/>
                </a:solidFill>
                <a:latin typeface="Arial"/>
                <a:cs typeface="Arial"/>
              </a:rPr>
              <a:t>0</a:t>
            </a:r>
            <a:endParaRPr sz="825" baseline="-10101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49271" y="4260818"/>
            <a:ext cx="272415" cy="12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50" spc="70" dirty="0">
                <a:solidFill>
                  <a:srgbClr val="828585"/>
                </a:solidFill>
                <a:latin typeface="Arial"/>
                <a:cs typeface="Arial"/>
              </a:rPr>
              <a:t>©</a:t>
            </a:r>
            <a:r>
              <a:rPr sz="650" spc="70" dirty="0">
                <a:solidFill>
                  <a:srgbClr val="676262"/>
                </a:solidFill>
                <a:latin typeface="Arial"/>
                <a:cs typeface="Arial"/>
              </a:rPr>
              <a:t>oao</a:t>
            </a:r>
            <a:endParaRPr sz="65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737557" y="1470026"/>
            <a:ext cx="2633980" cy="291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660"/>
              </a:lnSpc>
              <a:spcBef>
                <a:spcPts val="100"/>
              </a:spcBef>
            </a:pPr>
            <a:r>
              <a:rPr sz="600" b="1" spc="110" dirty="0">
                <a:solidFill>
                  <a:srgbClr val="824242"/>
                </a:solidFill>
                <a:latin typeface="Arial"/>
                <a:cs typeface="Arial"/>
              </a:rPr>
              <a:t>O</a:t>
            </a:r>
            <a:r>
              <a:rPr sz="600" b="1" spc="-105" dirty="0">
                <a:solidFill>
                  <a:srgbClr val="824242"/>
                </a:solidFill>
                <a:latin typeface="Arial"/>
                <a:cs typeface="Arial"/>
              </a:rPr>
              <a:t> 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8ookingControU</a:t>
            </a:r>
            <a:r>
              <a:rPr sz="500" spc="-10" dirty="0">
                <a:solidFill>
                  <a:srgbClr val="424446"/>
                </a:solidFill>
                <a:latin typeface="Arial"/>
                <a:cs typeface="Arial"/>
              </a:rPr>
              <a:t>er</a:t>
            </a:r>
            <a:r>
              <a:rPr sz="500" spc="-10" dirty="0">
                <a:solidFill>
                  <a:srgbClr val="676262"/>
                </a:solidFill>
                <a:latin typeface="Arial"/>
                <a:cs typeface="Arial"/>
              </a:rPr>
              <a:t>java</a:t>
            </a:r>
            <a:r>
              <a:rPr sz="500" spc="10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00" spc="-50" dirty="0">
                <a:solidFill>
                  <a:srgbClr val="828585"/>
                </a:solidFill>
                <a:latin typeface="Arial"/>
                <a:cs typeface="Arial"/>
              </a:rPr>
              <a:t>X</a:t>
            </a:r>
            <a:endParaRPr sz="500">
              <a:latin typeface="Arial"/>
              <a:cs typeface="Arial"/>
            </a:endParaRPr>
          </a:p>
          <a:p>
            <a:pPr marL="20320">
              <a:lnSpc>
                <a:spcPts val="1075"/>
              </a:lnSpc>
            </a:pP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src</a:t>
            </a:r>
            <a:r>
              <a:rPr sz="450" spc="29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spc="-1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450" spc="-10" dirty="0">
                <a:solidFill>
                  <a:srgbClr val="828585"/>
                </a:solidFill>
                <a:latin typeface="Arial"/>
                <a:cs typeface="Arial"/>
              </a:rPr>
              <a:t>mal,i</a:t>
            </a:r>
            <a:r>
              <a:rPr sz="800" spc="-1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450" spc="-10" dirty="0">
                <a:solidFill>
                  <a:srgbClr val="8E9595"/>
                </a:solidFill>
                <a:latin typeface="Arial"/>
                <a:cs typeface="Arial"/>
              </a:rPr>
              <a:t>j1Wa</a:t>
            </a:r>
            <a:r>
              <a:rPr sz="450" spc="-3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00" dirty="0">
                <a:solidFill>
                  <a:srgbClr val="BCBCBC"/>
                </a:solidFill>
                <a:latin typeface="Arial"/>
                <a:cs typeface="Arial"/>
              </a:rPr>
              <a:t>&gt;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con\lffample</a:t>
            </a:r>
            <a:r>
              <a:rPr sz="450" spc="1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15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spc="-30" dirty="0">
                <a:solidFill>
                  <a:srgbClr val="8E9595"/>
                </a:solidFill>
                <a:latin typeface="Arial"/>
                <a:cs typeface="Arial"/>
              </a:rPr>
              <a:t>&lt;f.emo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22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828585"/>
                </a:solidFill>
                <a:latin typeface="Arial"/>
                <a:cs typeface="Arial"/>
              </a:rPr>
              <a:t>controller</a:t>
            </a:r>
            <a:r>
              <a:rPr sz="450" spc="114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50" spc="-13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750" spc="-7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50" spc="-30" dirty="0">
                <a:solidFill>
                  <a:srgbClr val="A7AAA8"/>
                </a:solidFill>
                <a:latin typeface="Arial"/>
                <a:cs typeface="Arial"/>
              </a:rPr>
              <a:t>®</a:t>
            </a:r>
            <a:r>
              <a:rPr sz="650" spc="27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828585"/>
                </a:solidFill>
                <a:latin typeface="Arial"/>
                <a:cs typeface="Arial"/>
              </a:rPr>
              <a:t>Sookiigs</a:t>
            </a:r>
            <a:r>
              <a:rPr sz="450" spc="-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A7AAA8"/>
                </a:solidFill>
                <a:latin typeface="Arial"/>
                <a:cs typeface="Arial"/>
              </a:rPr>
              <a:t>)</a:t>
            </a:r>
            <a:r>
              <a:rPr sz="450" spc="29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1000" b="1" spc="60" dirty="0">
                <a:solidFill>
                  <a:srgbClr val="824242"/>
                </a:solidFill>
                <a:latin typeface="Times New Roman"/>
                <a:cs typeface="Times New Roman"/>
              </a:rPr>
              <a:t>e</a:t>
            </a:r>
            <a:r>
              <a:rPr sz="1000" b="1" spc="-45" dirty="0">
                <a:solidFill>
                  <a:srgbClr val="824242"/>
                </a:solidFill>
                <a:latin typeface="Times New Roman"/>
                <a:cs typeface="Times New Roman"/>
              </a:rPr>
              <a:t> </a:t>
            </a:r>
            <a:r>
              <a:rPr sz="450" dirty="0">
                <a:solidFill>
                  <a:srgbClr val="8E9595"/>
                </a:solidFill>
                <a:latin typeface="Arial"/>
                <a:cs typeface="Arial"/>
              </a:rPr>
              <a:t>8eokingCon</a:t>
            </a:r>
            <a:r>
              <a:rPr sz="450" dirty="0">
                <a:solidFill>
                  <a:srgbClr val="757274"/>
                </a:solidFill>
                <a:latin typeface="Arial"/>
                <a:cs typeface="Arial"/>
              </a:rPr>
              <a:t>troller</a:t>
            </a:r>
            <a:r>
              <a:rPr sz="450" spc="-5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20" dirty="0">
                <a:solidFill>
                  <a:srgbClr val="8E9595"/>
                </a:solidFill>
                <a:latin typeface="Arial"/>
                <a:cs typeface="Arial"/>
              </a:rPr>
              <a:t>Java</a:t>
            </a:r>
            <a:endParaRPr sz="450">
              <a:latin typeface="Arial"/>
              <a:cs typeface="Arial"/>
            </a:endParaRPr>
          </a:p>
          <a:p>
            <a:pPr marL="254635">
              <a:lnSpc>
                <a:spcPts val="355"/>
              </a:lnSpc>
            </a:pPr>
            <a:r>
              <a:rPr sz="350" dirty="0">
                <a:solidFill>
                  <a:srgbClr val="676262"/>
                </a:solidFill>
                <a:latin typeface="Arial"/>
                <a:cs typeface="Arial"/>
              </a:rPr>
              <a:t>pG5</a:t>
            </a:r>
            <a:r>
              <a:rPr sz="350" dirty="0">
                <a:solidFill>
                  <a:srgbClr val="8E9595"/>
                </a:solidFill>
                <a:latin typeface="Arial"/>
                <a:cs typeface="Arial"/>
              </a:rPr>
              <a:t>11.cr</a:t>
            </a:r>
            <a:r>
              <a:rPr sz="350" dirty="0">
                <a:solidFill>
                  <a:srgbClr val="757274"/>
                </a:solidFill>
                <a:latin typeface="Arial"/>
                <a:cs typeface="Arial"/>
              </a:rPr>
              <a:t>go</a:t>
            </a:r>
            <a:r>
              <a:rPr sz="350" spc="270" dirty="0">
                <a:solidFill>
                  <a:srgbClr val="757274"/>
                </a:solidFill>
                <a:latin typeface="Arial"/>
                <a:cs typeface="Arial"/>
              </a:rPr>
              <a:t>  </a:t>
            </a:r>
            <a:r>
              <a:rPr sz="350" spc="45" dirty="0">
                <a:solidFill>
                  <a:srgbClr val="828585"/>
                </a:solidFill>
                <a:latin typeface="Arial"/>
                <a:cs typeface="Arial"/>
              </a:rPr>
              <a:t>&lt;.om,O'llltn'lJ)C-</a:t>
            </a:r>
            <a:r>
              <a:rPr sz="350" spc="-10" dirty="0">
                <a:solidFill>
                  <a:srgbClr val="828585"/>
                </a:solidFill>
                <a:latin typeface="Arial"/>
                <a:cs typeface="Arial"/>
              </a:rPr>
              <a:t>OtU0,,,0,/1/_(,</a:t>
            </a:r>
            <a:r>
              <a:rPr sz="350" spc="-10" dirty="0">
                <a:solidFill>
                  <a:srgbClr val="676262"/>
                </a:solidFill>
                <a:latin typeface="Arial"/>
                <a:cs typeface="Arial"/>
              </a:rPr>
              <a:t>,</a:t>
            </a:r>
            <a:endParaRPr sz="350">
              <a:latin typeface="Arial"/>
              <a:cs typeface="Arial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8186449" y="1290650"/>
            <a:ext cx="513080" cy="1479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800" b="1" dirty="0">
                <a:solidFill>
                  <a:srgbClr val="676262"/>
                </a:solidFill>
                <a:latin typeface="Courier New"/>
                <a:cs typeface="Courier New"/>
              </a:rPr>
              <a:t>0</a:t>
            </a:r>
            <a:r>
              <a:rPr sz="800" b="1" spc="275" dirty="0">
                <a:solidFill>
                  <a:srgbClr val="676262"/>
                </a:solidFill>
                <a:latin typeface="Courier New"/>
                <a:cs typeface="Courier New"/>
              </a:rPr>
              <a:t> </a:t>
            </a:r>
            <a:r>
              <a:rPr sz="800" dirty="0">
                <a:solidFill>
                  <a:srgbClr val="8E9595"/>
                </a:solidFill>
                <a:latin typeface="Courier New"/>
                <a:cs typeface="Courier New"/>
              </a:rPr>
              <a:t>g</a:t>
            </a:r>
            <a:r>
              <a:rPr sz="800" spc="-20" dirty="0">
                <a:solidFill>
                  <a:srgbClr val="8E9595"/>
                </a:solidFill>
                <a:latin typeface="Courier New"/>
                <a:cs typeface="Courier New"/>
              </a:rPr>
              <a:t> </a:t>
            </a:r>
            <a:r>
              <a:rPr sz="700" spc="-95" dirty="0">
                <a:solidFill>
                  <a:srgbClr val="A7AAA8"/>
                </a:solidFill>
                <a:latin typeface="Arial"/>
                <a:cs typeface="Arial"/>
              </a:rPr>
              <a:t>OJ</a:t>
            </a:r>
            <a:r>
              <a:rPr sz="700" spc="90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A7AAA8"/>
                </a:solidFill>
                <a:latin typeface="Arial"/>
                <a:cs typeface="Arial"/>
              </a:rPr>
              <a:t>QI</a:t>
            </a:r>
            <a:endParaRPr sz="6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8465815" y="1425136"/>
            <a:ext cx="22669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75" dirty="0">
                <a:solidFill>
                  <a:srgbClr val="828585"/>
                </a:solidFill>
                <a:latin typeface="Arial"/>
                <a:cs typeface="Arial"/>
              </a:rPr>
              <a:t>rn</a:t>
            </a:r>
            <a:r>
              <a:rPr sz="900" spc="1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900" spc="-25" dirty="0">
                <a:solidFill>
                  <a:srgbClr val="A7AAA8"/>
                </a:solidFill>
                <a:latin typeface="Arial"/>
                <a:cs typeface="Arial"/>
              </a:rPr>
              <a:t>...</a:t>
            </a:r>
            <a:endParaRPr sz="9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5825862" y="1815556"/>
            <a:ext cx="1345565" cy="486409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58115" algn="just">
              <a:lnSpc>
                <a:spcPct val="100000"/>
              </a:lnSpc>
              <a:spcBef>
                <a:spcPts val="170"/>
              </a:spcBef>
            </a:pPr>
            <a:r>
              <a:rPr sz="550" spc="10" dirty="0">
                <a:solidFill>
                  <a:srgbClr val="A09E89"/>
                </a:solidFill>
                <a:latin typeface="Arial"/>
                <a:cs typeface="Arial"/>
              </a:rPr>
              <a:t>(glestCont</a:t>
            </a:r>
            <a:r>
              <a:rPr sz="550" spc="10" dirty="0">
                <a:solidFill>
                  <a:srgbClr val="A7AAA8"/>
                </a:solidFill>
                <a:latin typeface="Arial"/>
                <a:cs typeface="Arial"/>
              </a:rPr>
              <a:t>r</a:t>
            </a:r>
            <a:r>
              <a:rPr sz="550" spc="10" dirty="0">
                <a:solidFill>
                  <a:srgbClr val="A09E89"/>
                </a:solidFill>
                <a:latin typeface="Arial"/>
                <a:cs typeface="Arial"/>
              </a:rPr>
              <a:t>el</a:t>
            </a:r>
            <a:r>
              <a:rPr sz="550" spc="70" dirty="0">
                <a:solidFill>
                  <a:srgbClr val="A09E89"/>
                </a:solidFill>
                <a:latin typeface="Arial"/>
                <a:cs typeface="Arial"/>
              </a:rPr>
              <a:t> </a:t>
            </a:r>
            <a:r>
              <a:rPr sz="600" i="1" spc="-25" dirty="0">
                <a:solidFill>
                  <a:srgbClr val="A09E89"/>
                </a:solidFill>
                <a:latin typeface="Verdana"/>
                <a:cs typeface="Verdana"/>
              </a:rPr>
              <a:t>\e</a:t>
            </a:r>
            <a:r>
              <a:rPr sz="600" i="1" spc="-25" dirty="0">
                <a:solidFill>
                  <a:srgbClr val="A7AAA8"/>
                </a:solidFill>
                <a:latin typeface="Verdana"/>
                <a:cs typeface="Verdana"/>
              </a:rPr>
              <a:t>r</a:t>
            </a:r>
            <a:endParaRPr sz="600">
              <a:latin typeface="Verdana"/>
              <a:cs typeface="Verdana"/>
            </a:endParaRPr>
          </a:p>
          <a:p>
            <a:pPr marL="18415" marR="5080" indent="-6350" algn="just">
              <a:lnSpc>
                <a:spcPct val="98800"/>
              </a:lnSpc>
              <a:spcBef>
                <a:spcPts val="80"/>
              </a:spcBef>
            </a:pP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◄</a:t>
            </a:r>
            <a:r>
              <a:rPr sz="500" spc="204" dirty="0">
                <a:solidFill>
                  <a:srgbClr val="828585"/>
                </a:solidFill>
                <a:latin typeface="Arial"/>
                <a:cs typeface="Arial"/>
              </a:rPr>
              <a:t>  </a:t>
            </a:r>
            <a:r>
              <a:rPr sz="550" spc="-10" dirty="0">
                <a:solidFill>
                  <a:srgbClr val="A09E89"/>
                </a:solidFill>
                <a:latin typeface="Arial"/>
                <a:cs typeface="Arial"/>
              </a:rPr>
              <a:t>@Jlequesttlapp</a:t>
            </a:r>
            <a:r>
              <a:rPr sz="550" spc="-10" dirty="0">
                <a:solidFill>
                  <a:srgbClr val="A7AAA8"/>
                </a:solidFill>
                <a:latin typeface="Arial"/>
                <a:cs typeface="Arial"/>
              </a:rPr>
              <a:t>i</a:t>
            </a:r>
            <a:r>
              <a:rPr sz="550" spc="-10" dirty="0">
                <a:solidFill>
                  <a:srgbClr val="A09E89"/>
                </a:solidFill>
                <a:latin typeface="Arial"/>
                <a:cs typeface="Arial"/>
              </a:rPr>
              <a:t>ng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("</a:t>
            </a:r>
            <a:r>
              <a:rPr sz="550" spc="-2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/a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pi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/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bookin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gs"'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&gt;</a:t>
            </a:r>
            <a:r>
              <a:rPr sz="550" spc="50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650" dirty="0">
                <a:solidFill>
                  <a:srgbClr val="828585"/>
                </a:solidFill>
                <a:latin typeface="Times New Roman"/>
                <a:cs typeface="Times New Roman"/>
              </a:rPr>
              <a:t>S</a:t>
            </a:r>
            <a:r>
              <a:rPr sz="650" spc="240" dirty="0">
                <a:solidFill>
                  <a:srgbClr val="828585"/>
                </a:solidFill>
                <a:latin typeface="Times New Roman"/>
                <a:cs typeface="Times New Roman"/>
              </a:rPr>
              <a:t>  </a:t>
            </a:r>
            <a:r>
              <a:rPr sz="650" dirty="0">
                <a:solidFill>
                  <a:srgbClr val="676262"/>
                </a:solidFill>
                <a:latin typeface="Times New Roman"/>
                <a:cs typeface="Times New Roman"/>
              </a:rPr>
              <a:t>po�llc</a:t>
            </a:r>
            <a:r>
              <a:rPr sz="650" spc="135" dirty="0">
                <a:solidFill>
                  <a:srgbClr val="676262"/>
                </a:solidFill>
                <a:latin typeface="Times New Roman"/>
                <a:cs typeface="Times New Roman"/>
              </a:rPr>
              <a:t> </a:t>
            </a:r>
            <a:r>
              <a:rPr sz="650" dirty="0">
                <a:solidFill>
                  <a:srgbClr val="757274"/>
                </a:solidFill>
                <a:latin typeface="Times New Roman"/>
                <a:cs typeface="Times New Roman"/>
              </a:rPr>
              <a:t>class</a:t>
            </a:r>
            <a:r>
              <a:rPr sz="650" spc="15" dirty="0">
                <a:solidFill>
                  <a:srgbClr val="757274"/>
                </a:solidFill>
                <a:latin typeface="Times New Roman"/>
                <a:cs typeface="Times New Roman"/>
              </a:rPr>
              <a:t> </a:t>
            </a:r>
            <a:r>
              <a:rPr sz="600" spc="-25" dirty="0">
                <a:solidFill>
                  <a:srgbClr val="828585"/>
                </a:solidFill>
                <a:latin typeface="Arial"/>
                <a:cs typeface="Arial"/>
              </a:rPr>
              <a:t>BookrngCont</a:t>
            </a:r>
            <a:r>
              <a:rPr sz="600" spc="-25" dirty="0">
                <a:solidFill>
                  <a:srgbClr val="A7AAA8"/>
                </a:solidFill>
                <a:latin typeface="Arial"/>
                <a:cs typeface="Arial"/>
              </a:rPr>
              <a:t>t</a:t>
            </a:r>
            <a:r>
              <a:rPr sz="600" spc="-25" dirty="0">
                <a:solidFill>
                  <a:srgbClr val="828585"/>
                </a:solidFill>
                <a:latin typeface="Arial"/>
                <a:cs typeface="Arial"/>
              </a:rPr>
              <a:t>o</a:t>
            </a:r>
            <a:r>
              <a:rPr sz="600" spc="-25" dirty="0">
                <a:solidFill>
                  <a:srgbClr val="676262"/>
                </a:solidFill>
                <a:latin typeface="Arial"/>
                <a:cs typeface="Arial"/>
              </a:rPr>
              <a:t>l</a:t>
            </a:r>
            <a:r>
              <a:rPr sz="600" spc="-1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8E9595"/>
                </a:solidFill>
                <a:latin typeface="Arial"/>
                <a:cs typeface="Arial"/>
              </a:rPr>
              <a:t>ler</a:t>
            </a:r>
            <a:r>
              <a:rPr sz="600" spc="37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600" spc="-50" dirty="0">
                <a:solidFill>
                  <a:srgbClr val="676262"/>
                </a:solidFill>
                <a:latin typeface="Arial"/>
                <a:cs typeface="Arial"/>
              </a:rPr>
              <a:t>{</a:t>
            </a:r>
            <a:r>
              <a:rPr sz="600" spc="500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50" spc="-50" dirty="0">
                <a:solidFill>
                  <a:srgbClr val="8E9595"/>
                </a:solidFill>
                <a:latin typeface="Arial"/>
                <a:cs typeface="Arial"/>
              </a:rPr>
              <a:t>6</a:t>
            </a:r>
            <a:endParaRPr sz="550">
              <a:latin typeface="Arial"/>
              <a:cs typeface="Arial"/>
            </a:endParaRPr>
          </a:p>
          <a:p>
            <a:pPr marL="306705">
              <a:lnSpc>
                <a:spcPct val="100000"/>
              </a:lnSpc>
              <a:spcBef>
                <a:spcPts val="25"/>
              </a:spcBef>
            </a:pPr>
            <a:r>
              <a:rPr sz="550" spc="-10" dirty="0">
                <a:solidFill>
                  <a:srgbClr val="A09E89"/>
                </a:solidFill>
                <a:latin typeface="Times New Roman"/>
                <a:cs typeface="Times New Roman"/>
              </a:rPr>
              <a:t>@GetAapp</a:t>
            </a:r>
            <a:r>
              <a:rPr sz="550" spc="-10" dirty="0">
                <a:solidFill>
                  <a:srgbClr val="A7AAA8"/>
                </a:solidFill>
                <a:latin typeface="Times New Roman"/>
                <a:cs typeface="Times New Roman"/>
              </a:rPr>
              <a:t>i</a:t>
            </a:r>
            <a:r>
              <a:rPr sz="550" spc="-10" dirty="0">
                <a:solidFill>
                  <a:srgbClr val="A09E89"/>
                </a:solidFill>
                <a:latin typeface="Times New Roman"/>
                <a:cs typeface="Times New Roman"/>
              </a:rPr>
              <a:t>ng</a:t>
            </a:r>
            <a:r>
              <a:rPr sz="550" spc="-10" dirty="0">
                <a:solidFill>
                  <a:srgbClr val="676262"/>
                </a:solidFill>
                <a:latin typeface="Times New Roman"/>
                <a:cs typeface="Times New Roman"/>
              </a:rPr>
              <a:t>(</a:t>
            </a:r>
            <a:r>
              <a:rPr sz="550" spc="-10" dirty="0">
                <a:solidFill>
                  <a:srgbClr val="828585"/>
                </a:solidFill>
                <a:latin typeface="Times New Roman"/>
                <a:cs typeface="Times New Roman"/>
              </a:rPr>
              <a:t>"apl")</a:t>
            </a:r>
            <a:endParaRPr sz="550">
              <a:latin typeface="Times New Roman"/>
              <a:cs typeface="Times New Roman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125606" y="2253939"/>
            <a:ext cx="1788160" cy="322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894"/>
              </a:lnSpc>
              <a:spcBef>
                <a:spcPts val="100"/>
              </a:spcBef>
            </a:pPr>
            <a:r>
              <a:rPr sz="550" spc="20" dirty="0">
                <a:solidFill>
                  <a:srgbClr val="757274"/>
                </a:solidFill>
                <a:latin typeface="Arial"/>
                <a:cs typeface="Arial"/>
              </a:rPr>
              <a:t>p</a:t>
            </a:r>
            <a:r>
              <a:rPr sz="550" spc="20" dirty="0">
                <a:solidFill>
                  <a:srgbClr val="424446"/>
                </a:solidFill>
                <a:latin typeface="Arial"/>
                <a:cs typeface="Arial"/>
              </a:rPr>
              <a:t>u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bllc</a:t>
            </a:r>
            <a:r>
              <a:rPr sz="550" spc="7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Booking</a:t>
            </a:r>
            <a:r>
              <a:rPr sz="550" spc="15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757274"/>
                </a:solidFill>
                <a:latin typeface="Arial"/>
                <a:cs typeface="Arial"/>
              </a:rPr>
              <a:t>r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e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t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ch</a:t>
            </a:r>
            <a:r>
              <a:rPr sz="550" spc="105" dirty="0">
                <a:solidFill>
                  <a:srgbClr val="A09E89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beo</a:t>
            </a:r>
            <a:r>
              <a:rPr sz="550" spc="20" dirty="0">
                <a:solidFill>
                  <a:srgbClr val="A09E89"/>
                </a:solidFill>
                <a:latin typeface="Arial"/>
                <a:cs typeface="Arial"/>
              </a:rPr>
              <a:t>k</a:t>
            </a:r>
            <a:r>
              <a:rPr sz="550" spc="20" dirty="0">
                <a:solidFill>
                  <a:srgbClr val="A7AAA8"/>
                </a:solidFill>
                <a:latin typeface="Arial"/>
                <a:cs typeface="Arial"/>
              </a:rPr>
              <a:t>in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gs(Booking</a:t>
            </a:r>
            <a:r>
              <a:rPr sz="550" spc="20" dirty="0">
                <a:solidFill>
                  <a:srgbClr val="545254"/>
                </a:solidFill>
                <a:latin typeface="Arial"/>
                <a:cs typeface="Arial"/>
              </a:rPr>
              <a:t>,</a:t>
            </a:r>
            <a:r>
              <a:rPr sz="550" spc="250" dirty="0">
                <a:solidFill>
                  <a:srgbClr val="545254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E9595"/>
                </a:solidFill>
                <a:latin typeface="Arial"/>
                <a:cs typeface="Arial"/>
              </a:rPr>
              <a:t>1nr</a:t>
            </a:r>
            <a:r>
              <a:rPr sz="550" spc="114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50" spc="20" dirty="0">
                <a:solidFill>
                  <a:srgbClr val="828585"/>
                </a:solidFill>
                <a:latin typeface="Arial"/>
                <a:cs typeface="Arial"/>
              </a:rPr>
              <a:t>gs)</a:t>
            </a:r>
            <a:r>
              <a:rPr sz="550" spc="195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50" spc="-25" dirty="0">
                <a:solidFill>
                  <a:srgbClr val="757274"/>
                </a:solidFill>
                <a:latin typeface="Arial"/>
                <a:cs typeface="Arial"/>
              </a:rPr>
              <a:t>&lt;</a:t>
            </a:r>
            <a:r>
              <a:rPr sz="750" spc="-25" dirty="0">
                <a:solidFill>
                  <a:srgbClr val="BCBCBC"/>
                </a:solidFill>
                <a:latin typeface="Arial"/>
                <a:cs typeface="Arial"/>
              </a:rPr>
              <a:t>,</a:t>
            </a:r>
            <a:endParaRPr sz="750">
              <a:latin typeface="Arial"/>
              <a:cs typeface="Arial"/>
            </a:endParaRPr>
          </a:p>
          <a:p>
            <a:pPr marL="152400">
              <a:lnSpc>
                <a:spcPts val="715"/>
              </a:lnSpc>
            </a:pPr>
            <a:r>
              <a:rPr sz="600" spc="-10" dirty="0">
                <a:solidFill>
                  <a:srgbClr val="545254"/>
                </a:solidFill>
                <a:latin typeface="Arial"/>
                <a:cs typeface="Arial"/>
              </a:rPr>
              <a:t>Book</a:t>
            </a:r>
            <a:r>
              <a:rPr sz="600" spc="-10" dirty="0">
                <a:solidFill>
                  <a:srgbClr val="828585"/>
                </a:solidFill>
                <a:latin typeface="Arial"/>
                <a:cs typeface="Arial"/>
              </a:rPr>
              <a:t>i</a:t>
            </a: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ng</a:t>
            </a:r>
            <a:r>
              <a:rPr sz="600" spc="10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600" dirty="0">
                <a:solidFill>
                  <a:srgbClr val="828585"/>
                </a:solidFill>
                <a:latin typeface="Arial"/>
                <a:cs typeface="Arial"/>
              </a:rPr>
              <a:t>,.</a:t>
            </a:r>
            <a:r>
              <a:rPr sz="600" spc="3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600" spc="-45" dirty="0">
                <a:solidFill>
                  <a:srgbClr val="757274"/>
                </a:solidFill>
                <a:latin typeface="Arial"/>
                <a:cs typeface="Arial"/>
              </a:rPr>
              <a:t>new</a:t>
            </a:r>
            <a:r>
              <a:rPr sz="600" spc="1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600" spc="-10" dirty="0">
                <a:solidFill>
                  <a:srgbClr val="8E9595"/>
                </a:solidFill>
                <a:latin typeface="Arial"/>
                <a:cs typeface="Arial"/>
              </a:rPr>
              <a:t>GtFE:eth</a:t>
            </a:r>
            <a:r>
              <a:rPr sz="600" spc="-10" dirty="0">
                <a:solidFill>
                  <a:srgbClr val="545254"/>
                </a:solidFill>
                <a:latin typeface="Arial"/>
                <a:cs typeface="Arial"/>
              </a:rPr>
              <a:t>(8oo</a:t>
            </a:r>
            <a:r>
              <a:rPr sz="600" spc="-10" dirty="0">
                <a:solidFill>
                  <a:srgbClr val="757274"/>
                </a:solidFill>
                <a:latin typeface="Arial"/>
                <a:cs typeface="Arial"/>
              </a:rPr>
              <a:t>k.lngsU:</a:t>
            </a:r>
            <a:endParaRPr sz="600">
              <a:latin typeface="Arial"/>
              <a:cs typeface="Arial"/>
            </a:endParaRPr>
          </a:p>
          <a:p>
            <a:pPr marL="160020">
              <a:lnSpc>
                <a:spcPct val="100000"/>
              </a:lnSpc>
              <a:spcBef>
                <a:spcPts val="70"/>
              </a:spcBef>
            </a:pPr>
            <a:r>
              <a:rPr sz="550" dirty="0">
                <a:solidFill>
                  <a:srgbClr val="757274"/>
                </a:solidFill>
                <a:latin typeface="Arial"/>
                <a:cs typeface="Arial"/>
              </a:rPr>
              <a:t>l'</a:t>
            </a:r>
            <a:r>
              <a:rPr sz="550" dirty="0">
                <a:solidFill>
                  <a:srgbClr val="8E9595"/>
                </a:solidFill>
                <a:latin typeface="Arial"/>
                <a:cs typeface="Arial"/>
              </a:rPr>
              <a:t>eturn</a:t>
            </a:r>
            <a:r>
              <a:rPr sz="550" spc="30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550" spc="65" dirty="0">
                <a:solidFill>
                  <a:srgbClr val="676262"/>
                </a:solidFill>
                <a:latin typeface="Arial"/>
                <a:cs typeface="Arial"/>
              </a:rPr>
              <a:t>n</a:t>
            </a:r>
            <a:r>
              <a:rPr sz="550" spc="65" dirty="0">
                <a:solidFill>
                  <a:srgbClr val="828585"/>
                </a:solidFill>
                <a:latin typeface="Arial"/>
                <a:cs typeface="Arial"/>
              </a:rPr>
              <a:t>ull</a:t>
            </a:r>
            <a:r>
              <a:rPr sz="550" spc="65" dirty="0">
                <a:solidFill>
                  <a:srgbClr val="424446"/>
                </a:solidFill>
                <a:latin typeface="Arial"/>
                <a:cs typeface="Arial"/>
              </a:rPr>
              <a:t>:</a:t>
            </a:r>
            <a:endParaRPr sz="55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114746" y="2560458"/>
            <a:ext cx="98425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spc="75" dirty="0">
                <a:solidFill>
                  <a:srgbClr val="828585"/>
                </a:solidFill>
                <a:latin typeface="Arial"/>
                <a:cs typeface="Arial"/>
              </a:rPr>
              <a:t>�</a:t>
            </a:r>
            <a:endParaRPr sz="55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5800402" y="2279405"/>
            <a:ext cx="133350" cy="563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3815">
              <a:lnSpc>
                <a:spcPct val="100000"/>
              </a:lnSpc>
              <a:spcBef>
                <a:spcPts val="100"/>
              </a:spcBef>
            </a:pPr>
            <a:r>
              <a:rPr sz="550" spc="55" dirty="0">
                <a:solidFill>
                  <a:srgbClr val="828585"/>
                </a:solidFill>
                <a:latin typeface="Arial"/>
                <a:cs typeface="Arial"/>
              </a:rPr>
              <a:t>8</a:t>
            </a:r>
            <a:endParaRPr sz="550">
              <a:latin typeface="Arial"/>
              <a:cs typeface="Arial"/>
            </a:endParaRPr>
          </a:p>
          <a:p>
            <a:pPr marL="43815">
              <a:lnSpc>
                <a:spcPct val="100000"/>
              </a:lnSpc>
              <a:spcBef>
                <a:spcPts val="30"/>
              </a:spcBef>
            </a:pPr>
            <a:r>
              <a:rPr sz="600" spc="-50" dirty="0">
                <a:solidFill>
                  <a:srgbClr val="8E9595"/>
                </a:solidFill>
                <a:latin typeface="Arial"/>
                <a:cs typeface="Arial"/>
              </a:rPr>
              <a:t>9</a:t>
            </a:r>
            <a:endParaRPr sz="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550" spc="-25" dirty="0">
                <a:solidFill>
                  <a:srgbClr val="676262"/>
                </a:solidFill>
                <a:latin typeface="Arial"/>
                <a:cs typeface="Arial"/>
              </a:rPr>
              <a:t>10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sz="550" spc="90" dirty="0">
                <a:solidFill>
                  <a:srgbClr val="828585"/>
                </a:solidFill>
                <a:latin typeface="Arial"/>
                <a:cs typeface="Arial"/>
              </a:rPr>
              <a:t>11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0"/>
              </a:spcBef>
            </a:pPr>
            <a:r>
              <a:rPr sz="500" spc="80" dirty="0">
                <a:solidFill>
                  <a:srgbClr val="8E9595"/>
                </a:solidFill>
                <a:latin typeface="Arial"/>
                <a:cs typeface="Arial"/>
              </a:rPr>
              <a:t>12</a:t>
            </a:r>
            <a:endParaRPr sz="50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140"/>
              </a:spcBef>
            </a:pPr>
            <a:r>
              <a:rPr sz="500" spc="80" dirty="0">
                <a:solidFill>
                  <a:srgbClr val="828585"/>
                </a:solidFill>
                <a:latin typeface="Arial"/>
                <a:cs typeface="Arial"/>
              </a:rPr>
              <a:t>13</a:t>
            </a:r>
            <a:endParaRPr sz="500">
              <a:latin typeface="Arial"/>
              <a:cs typeface="Arial"/>
            </a:endParaRPr>
          </a:p>
        </p:txBody>
      </p:sp>
      <p:sp>
        <p:nvSpPr>
          <p:cNvPr id="36" name="object 36"/>
          <p:cNvSpPr txBox="1"/>
          <p:nvPr/>
        </p:nvSpPr>
        <p:spPr>
          <a:xfrm>
            <a:off x="5742221" y="2848169"/>
            <a:ext cx="981075" cy="30099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86995" indent="-72390">
              <a:lnSpc>
                <a:spcPct val="100000"/>
              </a:lnSpc>
              <a:spcBef>
                <a:spcPts val="200"/>
              </a:spcBef>
              <a:buClr>
                <a:srgbClr val="A09E89"/>
              </a:buClr>
              <a:buChar char="•"/>
              <a:tabLst>
                <a:tab pos="86995" algn="l"/>
              </a:tabLst>
            </a:pPr>
            <a:r>
              <a:rPr sz="450" spc="-20" dirty="0">
                <a:solidFill>
                  <a:srgbClr val="545254"/>
                </a:solidFill>
                <a:latin typeface="Arial"/>
                <a:cs typeface="Arial"/>
              </a:rPr>
              <a:t>po</a:t>
            </a:r>
            <a:r>
              <a:rPr sz="450" spc="-20" dirty="0">
                <a:solidFill>
                  <a:srgbClr val="757274"/>
                </a:solidFill>
                <a:latin typeface="Arial"/>
                <a:cs typeface="Arial"/>
              </a:rPr>
              <a:t>m..i1MI</a:t>
            </a:r>
            <a:r>
              <a:rPr sz="450" spc="185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50" dirty="0">
                <a:solidFill>
                  <a:srgbClr val="8E9595"/>
                </a:solidFill>
                <a:latin typeface="Arial"/>
                <a:cs typeface="Arial"/>
              </a:rPr>
              <a:t>X</a:t>
            </a:r>
            <a:endParaRPr sz="450">
              <a:latin typeface="Arial"/>
              <a:cs typeface="Arial"/>
            </a:endParaRPr>
          </a:p>
          <a:p>
            <a:pPr marL="76835" marR="5080" indent="-64769">
              <a:lnSpc>
                <a:spcPct val="98200"/>
              </a:lnSpc>
              <a:spcBef>
                <a:spcPts val="175"/>
              </a:spcBef>
            </a:pPr>
            <a:r>
              <a:rPr sz="450" dirty="0">
                <a:solidFill>
                  <a:srgbClr val="BCBCBC"/>
                </a:solidFill>
                <a:latin typeface="Arial"/>
                <a:cs typeface="Arial"/>
              </a:rPr>
              <a:t>I</a:t>
            </a:r>
            <a:r>
              <a:rPr sz="450" spc="105" dirty="0">
                <a:solidFill>
                  <a:srgbClr val="BCBCBC"/>
                </a:solidFill>
                <a:latin typeface="Arial"/>
                <a:cs typeface="Arial"/>
              </a:rPr>
              <a:t> </a:t>
            </a: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500" spc="114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450" dirty="0">
                <a:solidFill>
                  <a:srgbClr val="BFAC95"/>
                </a:solidFill>
                <a:latin typeface="Arial"/>
                <a:cs typeface="Arial"/>
              </a:rPr>
              <a:t>Ill</a:t>
            </a:r>
            <a:r>
              <a:rPr sz="450" spc="120" dirty="0">
                <a:solidFill>
                  <a:srgbClr val="BFAC95"/>
                </a:solidFill>
                <a:latin typeface="Arial"/>
                <a:cs typeface="Arial"/>
              </a:rPr>
              <a:t> </a:t>
            </a:r>
            <a:r>
              <a:rPr sz="500" spc="-30" dirty="0">
                <a:solidFill>
                  <a:srgbClr val="676262"/>
                </a:solidFill>
                <a:latin typeface="Arial"/>
                <a:cs typeface="Arial"/>
              </a:rPr>
              <a:t>pom</a:t>
            </a:r>
            <a:r>
              <a:rPr sz="500" spc="-30" dirty="0">
                <a:solidFill>
                  <a:srgbClr val="828585"/>
                </a:solidFill>
                <a:latin typeface="Arial"/>
                <a:cs typeface="Arial"/>
              </a:rPr>
              <a:t>..xml</a:t>
            </a: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 </a:t>
            </a:r>
            <a:r>
              <a:rPr sz="700" spc="-100" dirty="0">
                <a:solidFill>
                  <a:srgbClr val="A7AAA8"/>
                </a:solidFill>
                <a:latin typeface="Arial"/>
                <a:cs typeface="Arial"/>
              </a:rPr>
              <a:t>&gt;</a:t>
            </a:r>
            <a:r>
              <a:rPr sz="700" spc="-45" dirty="0">
                <a:solidFill>
                  <a:srgbClr val="A7AAA8"/>
                </a:solidFill>
                <a:latin typeface="Arial"/>
                <a:cs typeface="Arial"/>
              </a:rPr>
              <a:t> </a:t>
            </a:r>
            <a:r>
              <a:rPr sz="650" spc="-10" dirty="0">
                <a:solidFill>
                  <a:srgbClr val="8E9595"/>
                </a:solidFill>
                <a:latin typeface="Arial"/>
                <a:cs typeface="Arial"/>
              </a:rPr>
              <a:t>©</a:t>
            </a:r>
            <a:r>
              <a:rPr sz="450" spc="-10" dirty="0">
                <a:solidFill>
                  <a:srgbClr val="757274"/>
                </a:solidFill>
                <a:latin typeface="Arial"/>
                <a:cs typeface="Arial"/>
              </a:rPr>
              <a:t>depeodencl�</a:t>
            </a:r>
            <a:r>
              <a:rPr sz="450" spc="50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450" spc="-25" dirty="0">
                <a:solidFill>
                  <a:srgbClr val="828585"/>
                </a:solidFill>
                <a:latin typeface="Arial"/>
                <a:cs typeface="Arial"/>
              </a:rPr>
              <a:t>JO</a:t>
            </a:r>
            <a:endParaRPr sz="45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6119593" y="3129258"/>
            <a:ext cx="211074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1562735" algn="r">
              <a:lnSpc>
                <a:spcPts val="645"/>
              </a:lnSpc>
              <a:spcBef>
                <a:spcPts val="100"/>
              </a:spcBef>
            </a:pPr>
            <a:r>
              <a:rPr sz="550" spc="-20" dirty="0">
                <a:solidFill>
                  <a:srgbClr val="676262"/>
                </a:solidFill>
                <a:latin typeface="Arial"/>
                <a:cs typeface="Arial"/>
              </a:rPr>
              <a:t>&lt;depende</a:t>
            </a:r>
            <a:r>
              <a:rPr sz="550" spc="-20" dirty="0">
                <a:solidFill>
                  <a:srgbClr val="828585"/>
                </a:solidFill>
                <a:latin typeface="Arial"/>
                <a:cs typeface="Arial"/>
              </a:rPr>
              <a:t>n</a:t>
            </a:r>
            <a:r>
              <a:rPr sz="550" spc="-20" dirty="0">
                <a:solidFill>
                  <a:srgbClr val="676262"/>
                </a:solidFill>
                <a:latin typeface="Arial"/>
                <a:cs typeface="Arial"/>
              </a:rPr>
              <a:t>c</a:t>
            </a:r>
            <a:r>
              <a:rPr sz="550" spc="-15" dirty="0">
                <a:solidFill>
                  <a:srgbClr val="676262"/>
                </a:solidFill>
                <a:latin typeface="Arial"/>
                <a:cs typeface="Arial"/>
              </a:rPr>
              <a:t> </a:t>
            </a:r>
            <a:r>
              <a:rPr sz="550" spc="45" dirty="0">
                <a:solidFill>
                  <a:srgbClr val="545254"/>
                </a:solidFill>
                <a:latin typeface="Arial"/>
                <a:cs typeface="Arial"/>
              </a:rPr>
              <a:t>tes,</a:t>
            </a:r>
            <a:endParaRPr sz="550">
              <a:latin typeface="Arial"/>
              <a:cs typeface="Arial"/>
            </a:endParaRPr>
          </a:p>
          <a:p>
            <a:pPr marR="1517650" algn="r">
              <a:lnSpc>
                <a:spcPts val="690"/>
              </a:lnSpc>
            </a:pP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&lt;dependen</a:t>
            </a:r>
            <a:r>
              <a:rPr sz="600" spc="-10" dirty="0">
                <a:solidFill>
                  <a:srgbClr val="828585"/>
                </a:solidFill>
                <a:latin typeface="Arial"/>
                <a:cs typeface="Arial"/>
              </a:rPr>
              <a:t>c</a:t>
            </a:r>
            <a:r>
              <a:rPr sz="600" spc="-10" dirty="0">
                <a:solidFill>
                  <a:srgbClr val="676262"/>
                </a:solidFill>
                <a:latin typeface="Arial"/>
                <a:cs typeface="Arial"/>
              </a:rPr>
              <a:t>y,</a:t>
            </a:r>
            <a:endParaRPr sz="600">
              <a:latin typeface="Arial"/>
              <a:cs typeface="Arial"/>
            </a:endParaRPr>
          </a:p>
          <a:p>
            <a:pPr marL="303530">
              <a:lnSpc>
                <a:spcPts val="700"/>
              </a:lnSpc>
            </a:pPr>
            <a:r>
              <a:rPr sz="600" spc="-30" dirty="0">
                <a:solidFill>
                  <a:srgbClr val="545254"/>
                </a:solidFill>
                <a:latin typeface="Times New Roman"/>
                <a:cs typeface="Times New Roman"/>
              </a:rPr>
              <a:t>&lt;</a:t>
            </a:r>
            <a:r>
              <a:rPr sz="600" spc="-30" dirty="0">
                <a:solidFill>
                  <a:srgbClr val="757274"/>
                </a:solidFill>
                <a:latin typeface="Times New Roman"/>
                <a:cs typeface="Times New Roman"/>
              </a:rPr>
              <a:t>Spr</a:t>
            </a:r>
            <a:r>
              <a:rPr sz="600" spc="375" dirty="0">
                <a:solidFill>
                  <a:srgbClr val="757274"/>
                </a:solidFill>
                <a:latin typeface="Times New Roman"/>
                <a:cs typeface="Times New Roman"/>
              </a:rPr>
              <a:t> </a:t>
            </a:r>
            <a:r>
              <a:rPr sz="600" dirty="0">
                <a:solidFill>
                  <a:srgbClr val="757274"/>
                </a:solidFill>
                <a:latin typeface="Times New Roman"/>
                <a:cs typeface="Times New Roman"/>
              </a:rPr>
              <a:t>logl:,,.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sp</a:t>
            </a:r>
            <a:r>
              <a:rPr sz="600" dirty="0">
                <a:solidFill>
                  <a:srgbClr val="757274"/>
                </a:solidFill>
                <a:latin typeface="Times New Roman"/>
                <a:cs typeface="Times New Roman"/>
              </a:rPr>
              <a:t>rin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g</a:t>
            </a:r>
            <a:r>
              <a:rPr sz="600" dirty="0">
                <a:solidFill>
                  <a:srgbClr val="828585"/>
                </a:solidFill>
                <a:latin typeface="Times New Roman"/>
                <a:cs typeface="Times New Roman"/>
              </a:rPr>
              <a:t>-</a:t>
            </a:r>
            <a:r>
              <a:rPr sz="600" dirty="0">
                <a:solidFill>
                  <a:srgbClr val="545254"/>
                </a:solidFill>
                <a:latin typeface="Times New Roman"/>
                <a:cs typeface="Times New Roman"/>
              </a:rPr>
              <a:t>boot</a:t>
            </a:r>
            <a:r>
              <a:rPr sz="600" dirty="0">
                <a:solidFill>
                  <a:srgbClr val="828585"/>
                </a:solidFill>
                <a:latin typeface="Times New Roman"/>
                <a:cs typeface="Times New Roman"/>
              </a:rPr>
              <a:t>-</a:t>
            </a:r>
            <a:r>
              <a:rPr sz="600" spc="-10" dirty="0">
                <a:solidFill>
                  <a:srgbClr val="676262"/>
                </a:solidFill>
                <a:latin typeface="Times New Roman"/>
                <a:cs typeface="Times New Roman"/>
              </a:rPr>
              <a:t>starte</a:t>
            </a:r>
            <a:r>
              <a:rPr sz="600" spc="-10" dirty="0">
                <a:solidFill>
                  <a:srgbClr val="313131"/>
                </a:solidFill>
                <a:latin typeface="Times New Roman"/>
                <a:cs typeface="Times New Roman"/>
              </a:rPr>
              <a:t>r</a:t>
            </a:r>
            <a:r>
              <a:rPr sz="600" spc="-10" dirty="0">
                <a:solidFill>
                  <a:srgbClr val="676262"/>
                </a:solidFill>
                <a:latin typeface="Times New Roman"/>
                <a:cs typeface="Times New Roman"/>
              </a:rPr>
              <a:t>........e</a:t>
            </a:r>
            <a:r>
              <a:rPr sz="600" spc="-10" dirty="0">
                <a:solidFill>
                  <a:srgbClr val="424446"/>
                </a:solidFill>
                <a:latin typeface="Times New Roman"/>
                <a:cs typeface="Times New Roman"/>
              </a:rPr>
              <a:t>b</a:t>
            </a:r>
            <a:r>
              <a:rPr sz="600" spc="-10" dirty="0">
                <a:solidFill>
                  <a:srgbClr val="757274"/>
                </a:solidFill>
                <a:latin typeface="Times New Roman"/>
                <a:cs typeface="Times New Roman"/>
              </a:rPr>
              <a:t>&lt;/depingld&gt;</a:t>
            </a:r>
            <a:endParaRPr sz="600">
              <a:latin typeface="Times New Roman"/>
              <a:cs typeface="Times New Roman"/>
            </a:endParaRPr>
          </a:p>
          <a:p>
            <a:pPr marL="300990">
              <a:lnSpc>
                <a:spcPct val="100000"/>
              </a:lnSpc>
              <a:spcBef>
                <a:spcPts val="70"/>
              </a:spcBef>
            </a:pP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&lt;Versjon•2</a:t>
            </a:r>
            <a:r>
              <a:rPr sz="550" spc="-10" dirty="0">
                <a:solidFill>
                  <a:srgbClr val="313131"/>
                </a:solidFill>
                <a:latin typeface="Arial"/>
                <a:cs typeface="Arial"/>
              </a:rPr>
              <a:t>.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1\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/ve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r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sJon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»</a:t>
            </a:r>
            <a:endParaRPr sz="550">
              <a:latin typeface="Arial"/>
              <a:cs typeface="Arial"/>
            </a:endParaRPr>
          </a:p>
          <a:p>
            <a:pPr marL="153670">
              <a:lnSpc>
                <a:spcPct val="100000"/>
              </a:lnSpc>
              <a:spcBef>
                <a:spcPts val="25"/>
              </a:spcBef>
            </a:pP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&lt;/dependency&gt;</a:t>
            </a:r>
            <a:endParaRPr sz="550">
              <a:latin typeface="Arial"/>
              <a:cs typeface="Arial"/>
            </a:endParaRPr>
          </a:p>
          <a:p>
            <a:pPr marL="160020">
              <a:lnSpc>
                <a:spcPct val="100000"/>
              </a:lnSpc>
              <a:spcBef>
                <a:spcPts val="75"/>
              </a:spcBef>
            </a:pP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&lt;dependency&gt;</a:t>
            </a:r>
            <a:endParaRPr sz="550">
              <a:latin typeface="Arial"/>
              <a:cs typeface="Arial"/>
            </a:endParaRPr>
          </a:p>
          <a:p>
            <a:pPr marL="300990">
              <a:lnSpc>
                <a:spcPct val="100000"/>
              </a:lnSpc>
              <a:spcBef>
                <a:spcPts val="25"/>
              </a:spcBef>
            </a:pP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&lt;spr</a:t>
            </a:r>
            <a:r>
              <a:rPr sz="550" dirty="0">
                <a:solidFill>
                  <a:srgbClr val="757274"/>
                </a:solidFill>
                <a:latin typeface="Arial"/>
                <a:cs typeface="Arial"/>
              </a:rPr>
              <a:t>log[d:i.spr1ng</a:t>
            </a:r>
            <a:r>
              <a:rPr sz="550" dirty="0">
                <a:solidFill>
                  <a:srgbClr val="424446"/>
                </a:solidFill>
                <a:latin typeface="Arial"/>
                <a:cs typeface="Arial"/>
              </a:rPr>
              <a:t>-b</a:t>
            </a: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oo</a:t>
            </a:r>
            <a:r>
              <a:rPr sz="550" dirty="0">
                <a:solidFill>
                  <a:srgbClr val="424446"/>
                </a:solidFill>
                <a:latin typeface="Arial"/>
                <a:cs typeface="Arial"/>
              </a:rPr>
              <a:t>t</a:t>
            </a: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-starter--data-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Jpa&lt;/dpr</a:t>
            </a:r>
            <a:r>
              <a:rPr sz="550" spc="-10" dirty="0">
                <a:solidFill>
                  <a:srgbClr val="828585"/>
                </a:solidFill>
                <a:latin typeface="Arial"/>
                <a:cs typeface="Arial"/>
              </a:rPr>
              <a:t>ingld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&gt;</a:t>
            </a:r>
            <a:endParaRPr sz="550">
              <a:latin typeface="Arial"/>
              <a:cs typeface="Arial"/>
            </a:endParaRPr>
          </a:p>
          <a:p>
            <a:pPr marL="300990">
              <a:lnSpc>
                <a:spcPct val="100000"/>
              </a:lnSpc>
              <a:spcBef>
                <a:spcPts val="25"/>
              </a:spcBef>
            </a:pPr>
            <a:r>
              <a:rPr sz="550" dirty="0">
                <a:solidFill>
                  <a:srgbClr val="676262"/>
                </a:solidFill>
                <a:latin typeface="Arial"/>
                <a:cs typeface="Arial"/>
              </a:rPr>
              <a:t>&lt;Verston</a:t>
            </a:r>
            <a:r>
              <a:rPr sz="550" dirty="0">
                <a:solidFill>
                  <a:srgbClr val="828585"/>
                </a:solidFill>
                <a:latin typeface="Arial"/>
                <a:cs typeface="Arial"/>
              </a:rPr>
              <a:t>,-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1</a:t>
            </a:r>
            <a:r>
              <a:rPr sz="550" spc="-10" dirty="0">
                <a:solidFill>
                  <a:srgbClr val="181A1A"/>
                </a:solidFill>
                <a:latin typeface="Arial"/>
                <a:cs typeface="Arial"/>
              </a:rPr>
              <a:t>.</a:t>
            </a:r>
            <a:r>
              <a:rPr sz="550" spc="-10" dirty="0">
                <a:solidFill>
                  <a:srgbClr val="676262"/>
                </a:solidFill>
                <a:latin typeface="Arial"/>
                <a:cs typeface="Arial"/>
              </a:rPr>
              <a:t>11&lt;/verslon.»</a:t>
            </a:r>
            <a:endParaRPr sz="550">
              <a:latin typeface="Arial"/>
              <a:cs typeface="Arial"/>
            </a:endParaRPr>
          </a:p>
          <a:p>
            <a:pPr marL="153670">
              <a:lnSpc>
                <a:spcPct val="100000"/>
              </a:lnSpc>
              <a:spcBef>
                <a:spcPts val="80"/>
              </a:spcBef>
            </a:pP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&lt;/de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pe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n</a:t>
            </a: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dency</a:t>
            </a:r>
            <a:r>
              <a:rPr sz="550" spc="-10" dirty="0">
                <a:solidFill>
                  <a:srgbClr val="545254"/>
                </a:solidFill>
                <a:latin typeface="Arial"/>
                <a:cs typeface="Arial"/>
              </a:rPr>
              <a:t>&gt;</a:t>
            </a:r>
            <a:endParaRPr sz="55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5798325" y="3129258"/>
            <a:ext cx="119380" cy="1179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>
              <a:lnSpc>
                <a:spcPts val="645"/>
              </a:lnSpc>
              <a:spcBef>
                <a:spcPts val="100"/>
              </a:spcBef>
            </a:pPr>
            <a:r>
              <a:rPr sz="550" spc="-25" dirty="0">
                <a:solidFill>
                  <a:srgbClr val="8E9595"/>
                </a:solidFill>
                <a:latin typeface="Times New Roman"/>
                <a:cs typeface="Times New Roman"/>
              </a:rPr>
              <a:t>21</a:t>
            </a:r>
            <a:endParaRPr sz="550">
              <a:latin typeface="Times New Roman"/>
              <a:cs typeface="Times New Roman"/>
            </a:endParaRPr>
          </a:p>
          <a:p>
            <a:pPr marL="13335">
              <a:lnSpc>
                <a:spcPts val="690"/>
              </a:lnSpc>
            </a:pPr>
            <a:r>
              <a:rPr sz="600" spc="-25" dirty="0">
                <a:solidFill>
                  <a:srgbClr val="8E9595"/>
                </a:solidFill>
                <a:latin typeface="Arial"/>
                <a:cs typeface="Arial"/>
              </a:rPr>
              <a:t>22</a:t>
            </a:r>
            <a:endParaRPr sz="600">
              <a:latin typeface="Arial"/>
              <a:cs typeface="Arial"/>
            </a:endParaRPr>
          </a:p>
          <a:p>
            <a:pPr marL="13970">
              <a:lnSpc>
                <a:spcPts val="700"/>
              </a:lnSpc>
            </a:pPr>
            <a:r>
              <a:rPr sz="600" spc="-25" dirty="0">
                <a:solidFill>
                  <a:srgbClr val="828585"/>
                </a:solidFill>
                <a:latin typeface="Times New Roman"/>
                <a:cs typeface="Times New Roman"/>
              </a:rPr>
              <a:t>23</a:t>
            </a:r>
            <a:endParaRPr sz="600">
              <a:latin typeface="Times New Roman"/>
              <a:cs typeface="Times New Roman"/>
            </a:endParaRPr>
          </a:p>
          <a:p>
            <a:pPr marL="13335">
              <a:lnSpc>
                <a:spcPct val="100000"/>
              </a:lnSpc>
              <a:spcBef>
                <a:spcPts val="70"/>
              </a:spcBef>
            </a:pPr>
            <a:r>
              <a:rPr sz="550" spc="-40" dirty="0">
                <a:solidFill>
                  <a:srgbClr val="828585"/>
                </a:solidFill>
                <a:latin typeface="Arial"/>
                <a:cs typeface="Arial"/>
              </a:rPr>
              <a:t>2�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-25" dirty="0">
                <a:solidFill>
                  <a:srgbClr val="8E9595"/>
                </a:solidFill>
                <a:latin typeface="Arial"/>
                <a:cs typeface="Arial"/>
              </a:rPr>
              <a:t>25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75"/>
              </a:spcBef>
            </a:pPr>
            <a:r>
              <a:rPr sz="550" spc="-25" dirty="0">
                <a:solidFill>
                  <a:srgbClr val="828585"/>
                </a:solidFill>
                <a:latin typeface="Arial"/>
                <a:cs typeface="Arial"/>
              </a:rPr>
              <a:t>26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-25" dirty="0">
                <a:solidFill>
                  <a:srgbClr val="8E9595"/>
                </a:solidFill>
                <a:latin typeface="Arial"/>
                <a:cs typeface="Arial"/>
              </a:rPr>
              <a:t>27</a:t>
            </a:r>
            <a:endParaRPr sz="550">
              <a:latin typeface="Arial"/>
              <a:cs typeface="Arial"/>
            </a:endParaRPr>
          </a:p>
          <a:p>
            <a:pPr marL="13335">
              <a:lnSpc>
                <a:spcPct val="100000"/>
              </a:lnSpc>
              <a:spcBef>
                <a:spcPts val="25"/>
              </a:spcBef>
            </a:pPr>
            <a:r>
              <a:rPr sz="550" spc="35" dirty="0">
                <a:solidFill>
                  <a:srgbClr val="828585"/>
                </a:solidFill>
                <a:latin typeface="Arial"/>
                <a:cs typeface="Arial"/>
              </a:rPr>
              <a:t>21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"/>
              </a:spcBef>
            </a:pPr>
            <a:r>
              <a:rPr sz="550" spc="-25" dirty="0">
                <a:solidFill>
                  <a:srgbClr val="828585"/>
                </a:solidFill>
                <a:latin typeface="Arial"/>
                <a:cs typeface="Arial"/>
              </a:rPr>
              <a:t>32</a:t>
            </a:r>
            <a:endParaRPr sz="5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7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33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spc="-25" dirty="0">
                <a:solidFill>
                  <a:srgbClr val="828585"/>
                </a:solidFill>
                <a:latin typeface="Arial"/>
                <a:cs typeface="Arial"/>
              </a:rPr>
              <a:t>34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35</a:t>
            </a:r>
            <a:endParaRPr sz="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</a:pPr>
            <a:r>
              <a:rPr sz="500" spc="-25" dirty="0">
                <a:solidFill>
                  <a:srgbClr val="8E9595"/>
                </a:solidFill>
                <a:latin typeface="Arial"/>
                <a:cs typeface="Arial"/>
              </a:rPr>
              <a:t>36</a:t>
            </a:r>
            <a:endParaRPr sz="500">
              <a:latin typeface="Arial"/>
              <a:cs typeface="Arial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119593" y="4019264"/>
            <a:ext cx="588645" cy="10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50" spc="-10" dirty="0">
                <a:solidFill>
                  <a:srgbClr val="757274"/>
                </a:solidFill>
                <a:latin typeface="Arial"/>
                <a:cs typeface="Arial"/>
              </a:rPr>
              <a:t>&lt;/dependencies,</a:t>
            </a:r>
            <a:endParaRPr sz="550">
              <a:latin typeface="Arial"/>
              <a:cs typeface="Arial"/>
            </a:endParaRPr>
          </a:p>
        </p:txBody>
      </p:sp>
      <p:sp>
        <p:nvSpPr>
          <p:cNvPr id="40" name="object 40"/>
          <p:cNvSpPr/>
          <p:nvPr/>
        </p:nvSpPr>
        <p:spPr>
          <a:xfrm>
            <a:off x="6414691" y="4216489"/>
            <a:ext cx="241935" cy="86995"/>
          </a:xfrm>
          <a:custGeom>
            <a:avLst/>
            <a:gdLst/>
            <a:ahLst/>
            <a:cxnLst/>
            <a:rect l="l" t="t" r="r" b="b"/>
            <a:pathLst>
              <a:path w="241934" h="86995">
                <a:moveTo>
                  <a:pt x="241689" y="86855"/>
                </a:moveTo>
                <a:lnTo>
                  <a:pt x="0" y="86855"/>
                </a:lnTo>
                <a:lnTo>
                  <a:pt x="0" y="0"/>
                </a:lnTo>
                <a:lnTo>
                  <a:pt x="241689" y="0"/>
                </a:lnTo>
                <a:lnTo>
                  <a:pt x="241689" y="86855"/>
                </a:lnTo>
                <a:close/>
              </a:path>
            </a:pathLst>
          </a:custGeom>
          <a:solidFill>
            <a:srgbClr val="DFE1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1" name="object 41"/>
          <p:cNvSpPr txBox="1"/>
          <p:nvPr/>
        </p:nvSpPr>
        <p:spPr>
          <a:xfrm>
            <a:off x="6119952" y="4206308"/>
            <a:ext cx="415290" cy="1022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500" dirty="0">
                <a:solidFill>
                  <a:srgbClr val="828585"/>
                </a:solidFill>
                <a:latin typeface="Arial"/>
                <a:cs typeface="Arial"/>
              </a:rPr>
              <a:t>&lt;fi:i011.;p</a:t>
            </a:r>
            <a:r>
              <a:rPr sz="500" dirty="0">
                <a:solidFill>
                  <a:srgbClr val="A7AAA8"/>
                </a:solidFill>
                <a:latin typeface="Arial"/>
                <a:cs typeface="Arial"/>
              </a:rPr>
              <a:t>--</a:t>
            </a:r>
            <a:r>
              <a:rPr sz="500" spc="-25" dirty="0">
                <a:solidFill>
                  <a:srgbClr val="A7AAA8"/>
                </a:solidFill>
                <a:latin typeface="Arial"/>
                <a:cs typeface="Arial"/>
              </a:rPr>
              <a:t>S-</a:t>
            </a:r>
            <a:endParaRPr sz="500">
              <a:latin typeface="Arial"/>
              <a:cs typeface="Arial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7510840" y="2803965"/>
            <a:ext cx="1234440" cy="1708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750" spc="180" dirty="0">
                <a:solidFill>
                  <a:srgbClr val="8E9595"/>
                </a:solidFill>
                <a:latin typeface="Arial"/>
                <a:cs typeface="Arial"/>
              </a:rPr>
              <a:t>0</a:t>
            </a:r>
            <a:r>
              <a:rPr sz="750" spc="180" dirty="0">
                <a:solidFill>
                  <a:srgbClr val="757274"/>
                </a:solidFill>
                <a:latin typeface="Arial"/>
                <a:cs typeface="Arial"/>
              </a:rPr>
              <a:t>.-</a:t>
            </a:r>
            <a:r>
              <a:rPr sz="750" spc="150" dirty="0">
                <a:solidFill>
                  <a:srgbClr val="757274"/>
                </a:solidFill>
                <a:latin typeface="Arial"/>
                <a:cs typeface="Arial"/>
              </a:rPr>
              <a:t> </a:t>
            </a:r>
            <a:r>
              <a:rPr sz="750" spc="-20" dirty="0">
                <a:solidFill>
                  <a:srgbClr val="8E9595"/>
                </a:solidFill>
                <a:latin typeface="Arial"/>
                <a:cs typeface="Arial"/>
              </a:rPr>
              <a:t>.....</a:t>
            </a:r>
            <a:r>
              <a:rPr sz="750" spc="-45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950" dirty="0">
                <a:solidFill>
                  <a:srgbClr val="8E9595"/>
                </a:solidFill>
                <a:latin typeface="Arial"/>
                <a:cs typeface="Arial"/>
              </a:rPr>
              <a:t>+•</a:t>
            </a:r>
            <a:r>
              <a:rPr sz="950" spc="25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8E9595"/>
                </a:solidFill>
                <a:latin typeface="Arial"/>
                <a:cs typeface="Arial"/>
              </a:rPr>
              <a:t>ID</a:t>
            </a:r>
            <a:r>
              <a:rPr sz="750" spc="114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dirty="0">
                <a:solidFill>
                  <a:srgbClr val="8E9595"/>
                </a:solidFill>
                <a:latin typeface="Arial"/>
                <a:cs typeface="Arial"/>
              </a:rPr>
              <a:t>I</a:t>
            </a:r>
            <a:r>
              <a:rPr sz="750" spc="140" dirty="0">
                <a:solidFill>
                  <a:srgbClr val="8E9595"/>
                </a:solidFill>
                <a:latin typeface="Arial"/>
                <a:cs typeface="Arial"/>
              </a:rPr>
              <a:t> </a:t>
            </a:r>
            <a:r>
              <a:rPr sz="750" spc="247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.</a:t>
            </a:r>
            <a:r>
              <a:rPr sz="750" spc="247" baseline="5555" dirty="0">
                <a:solidFill>
                  <a:srgbClr val="828585"/>
                </a:solidFill>
                <a:latin typeface="Times New Roman"/>
                <a:cs typeface="Times New Roman"/>
              </a:rPr>
              <a:t>..</a:t>
            </a:r>
            <a:r>
              <a:rPr sz="750" spc="540" baseline="5555" dirty="0">
                <a:solidFill>
                  <a:srgbClr val="828585"/>
                </a:solidFill>
                <a:latin typeface="Times New Roman"/>
                <a:cs typeface="Times New Roman"/>
              </a:rPr>
              <a:t> </a:t>
            </a:r>
            <a:r>
              <a:rPr sz="750" spc="292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"'</a:t>
            </a:r>
            <a:r>
              <a:rPr sz="750" spc="150" baseline="5555" dirty="0">
                <a:solidFill>
                  <a:srgbClr val="A7AAA8"/>
                </a:solidFill>
                <a:latin typeface="Times New Roman"/>
                <a:cs typeface="Times New Roman"/>
              </a:rPr>
              <a:t> </a:t>
            </a:r>
            <a:r>
              <a:rPr sz="750" spc="644" baseline="5555" dirty="0">
                <a:solidFill>
                  <a:srgbClr val="8E9595"/>
                </a:solidFill>
                <a:latin typeface="Times New Roman"/>
                <a:cs typeface="Times New Roman"/>
              </a:rPr>
              <a:t>X</a:t>
            </a:r>
            <a:endParaRPr sz="750" baseline="5555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6854" y="3814249"/>
            <a:ext cx="308825" cy="41488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5109" y="2810484"/>
            <a:ext cx="496806" cy="50857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7868336" y="1980706"/>
            <a:ext cx="496806" cy="48180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8754533" y="709270"/>
            <a:ext cx="389467" cy="709327"/>
          </a:xfrm>
          <a:prstGeom prst="rect">
            <a:avLst/>
          </a:prstGeom>
        </p:spPr>
      </p:pic>
      <p:sp>
        <p:nvSpPr>
          <p:cNvPr id="7" name="object 7"/>
          <p:cNvSpPr/>
          <p:nvPr/>
        </p:nvSpPr>
        <p:spPr>
          <a:xfrm>
            <a:off x="422956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021444" y="2770333"/>
            <a:ext cx="0" cy="1391920"/>
          </a:xfrm>
          <a:custGeom>
            <a:avLst/>
            <a:gdLst/>
            <a:ahLst/>
            <a:cxnLst/>
            <a:rect l="l" t="t" r="r" b="b"/>
            <a:pathLst>
              <a:path h="1391920">
                <a:moveTo>
                  <a:pt x="0" y="1391887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021444" y="1164309"/>
            <a:ext cx="0" cy="1151255"/>
          </a:xfrm>
          <a:custGeom>
            <a:avLst/>
            <a:gdLst/>
            <a:ahLst/>
            <a:cxnLst/>
            <a:rect l="l" t="t" r="r" b="b"/>
            <a:pathLst>
              <a:path h="1151255">
                <a:moveTo>
                  <a:pt x="0" y="1150983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5135902" y="2971087"/>
            <a:ext cx="0" cy="1204595"/>
          </a:xfrm>
          <a:custGeom>
            <a:avLst/>
            <a:gdLst/>
            <a:ahLst/>
            <a:cxnLst/>
            <a:rect l="l" t="t" r="r" b="b"/>
            <a:pathLst>
              <a:path h="1204595">
                <a:moveTo>
                  <a:pt x="0" y="1204517"/>
                </a:moveTo>
                <a:lnTo>
                  <a:pt x="0" y="0"/>
                </a:lnTo>
              </a:path>
            </a:pathLst>
          </a:custGeom>
          <a:ln w="671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35902" y="1164309"/>
            <a:ext cx="0" cy="923925"/>
          </a:xfrm>
          <a:custGeom>
            <a:avLst/>
            <a:gdLst/>
            <a:ahLst/>
            <a:cxnLst/>
            <a:rect l="l" t="t" r="r" b="b"/>
            <a:pathLst>
              <a:path h="923925">
                <a:moveTo>
                  <a:pt x="0" y="923463"/>
                </a:moveTo>
                <a:lnTo>
                  <a:pt x="0" y="0"/>
                </a:lnTo>
              </a:path>
            </a:pathLst>
          </a:custGeom>
          <a:ln w="3175">
            <a:solidFill>
              <a:srgbClr val="BFC4C8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5397732" y="1913788"/>
            <a:ext cx="0" cy="655955"/>
          </a:xfrm>
          <a:custGeom>
            <a:avLst/>
            <a:gdLst/>
            <a:ahLst/>
            <a:cxnLst/>
            <a:rect l="l" t="t" r="r" b="b"/>
            <a:pathLst>
              <a:path h="655955">
                <a:moveTo>
                  <a:pt x="0" y="655792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/>
          <p:nvPr/>
        </p:nvSpPr>
        <p:spPr>
          <a:xfrm>
            <a:off x="8727678" y="1164309"/>
            <a:ext cx="0" cy="2998470"/>
          </a:xfrm>
          <a:custGeom>
            <a:avLst/>
            <a:gdLst/>
            <a:ahLst/>
            <a:cxnLst/>
            <a:rect l="l" t="t" r="r" b="b"/>
            <a:pathLst>
              <a:path h="2998470">
                <a:moveTo>
                  <a:pt x="0" y="2997911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5209751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59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496806" y="1097392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/>
          <p:nvPr/>
        </p:nvSpPr>
        <p:spPr>
          <a:xfrm>
            <a:off x="5411159" y="1893712"/>
            <a:ext cx="2739390" cy="0"/>
          </a:xfrm>
          <a:custGeom>
            <a:avLst/>
            <a:gdLst/>
            <a:ahLst/>
            <a:cxnLst/>
            <a:rect l="l" t="t" r="r" b="b"/>
            <a:pathLst>
              <a:path w="2739390">
                <a:moveTo>
                  <a:pt x="0" y="0"/>
                </a:moveTo>
                <a:lnTo>
                  <a:pt x="273914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/>
          <p:nvPr/>
        </p:nvSpPr>
        <p:spPr>
          <a:xfrm>
            <a:off x="5411159" y="3513119"/>
            <a:ext cx="3061970" cy="0"/>
          </a:xfrm>
          <a:custGeom>
            <a:avLst/>
            <a:gdLst/>
            <a:ahLst/>
            <a:cxnLst/>
            <a:rect l="l" t="t" r="r" b="b"/>
            <a:pathLst>
              <a:path w="3061970">
                <a:moveTo>
                  <a:pt x="0" y="0"/>
                </a:moveTo>
                <a:lnTo>
                  <a:pt x="3061401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/>
          <p:nvPr/>
        </p:nvSpPr>
        <p:spPr>
          <a:xfrm>
            <a:off x="5196324" y="4222446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4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/>
          <p:nvPr/>
        </p:nvSpPr>
        <p:spPr>
          <a:xfrm>
            <a:off x="496806" y="4222446"/>
            <a:ext cx="3464560" cy="0"/>
          </a:xfrm>
          <a:custGeom>
            <a:avLst/>
            <a:gdLst/>
            <a:ahLst/>
            <a:cxnLst/>
            <a:rect l="l" t="t" r="r" b="b"/>
            <a:pathLst>
              <a:path w="3464560">
                <a:moveTo>
                  <a:pt x="0" y="0"/>
                </a:moveTo>
                <a:lnTo>
                  <a:pt x="3464216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06003" rIns="0" bIns="0" rtlCol="0">
            <a:spAutoFit/>
          </a:bodyPr>
          <a:lstStyle/>
          <a:p>
            <a:pPr marL="819785">
              <a:lnSpc>
                <a:spcPct val="100000"/>
              </a:lnSpc>
              <a:spcBef>
                <a:spcPts val="105"/>
              </a:spcBef>
            </a:pP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Database</a:t>
            </a:r>
            <a:r>
              <a:rPr sz="2400" spc="65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spc="45" dirty="0">
                <a:solidFill>
                  <a:srgbClr val="0F2B3D"/>
                </a:solidFill>
                <a:latin typeface="Arial"/>
                <a:cs typeface="Arial"/>
              </a:rPr>
              <a:t>Implementation</a:t>
            </a:r>
            <a:r>
              <a:rPr sz="2400" spc="-40" dirty="0">
                <a:solidFill>
                  <a:srgbClr val="0F2B3D"/>
                </a:solidFill>
                <a:latin typeface="Arial"/>
                <a:cs typeface="Arial"/>
              </a:rPr>
              <a:t> </a:t>
            </a:r>
            <a:r>
              <a:rPr sz="2400" dirty="0">
                <a:solidFill>
                  <a:srgbClr val="0F2B3D"/>
                </a:solidFill>
                <a:latin typeface="Arial"/>
                <a:cs typeface="Arial"/>
              </a:rPr>
              <a:t>(MongoDB </a:t>
            </a:r>
            <a:r>
              <a:rPr sz="2400" spc="-10" dirty="0">
                <a:solidFill>
                  <a:srgbClr val="0F2B3D"/>
                </a:solidFill>
                <a:latin typeface="Arial"/>
                <a:cs typeface="Arial"/>
              </a:rPr>
              <a:t>Snapshot)</a:t>
            </a:r>
            <a:endParaRPr sz="24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986132" y="1255704"/>
            <a:ext cx="245872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89635" marR="5080" indent="-877569">
              <a:lnSpc>
                <a:spcPts val="1839"/>
              </a:lnSpc>
              <a:spcBef>
                <a:spcPts val="229"/>
              </a:spcBef>
            </a:pPr>
            <a:r>
              <a:rPr sz="1600" b="1" spc="-100" dirty="0">
                <a:solidFill>
                  <a:srgbClr val="050707"/>
                </a:solidFill>
                <a:latin typeface="Arial"/>
                <a:cs typeface="Arial"/>
              </a:rPr>
              <a:t>Bus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Information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5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(Buses)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84787" y="1893712"/>
            <a:ext cx="3075305" cy="1619885"/>
          </a:xfrm>
          <a:prstGeom prst="rect">
            <a:avLst/>
          </a:prstGeom>
          <a:ln w="13427">
            <a:solidFill>
              <a:srgbClr val="000000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 marL="3175">
              <a:lnSpc>
                <a:spcPts val="790"/>
              </a:lnSpc>
            </a:pPr>
            <a:r>
              <a:rPr sz="800" b="1" i="1" spc="-50" dirty="0">
                <a:solidFill>
                  <a:srgbClr val="466472"/>
                </a:solidFill>
                <a:latin typeface="Arial"/>
                <a:cs typeface="Arial"/>
              </a:rPr>
              <a:t>r</a:t>
            </a:r>
            <a:endParaRPr sz="800">
              <a:latin typeface="Arial"/>
              <a:cs typeface="Arial"/>
            </a:endParaRPr>
          </a:p>
          <a:p>
            <a:pPr marL="163830">
              <a:lnSpc>
                <a:spcPct val="100000"/>
              </a:lnSpc>
              <a:spcBef>
                <a:spcPts val="63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  <a:p>
            <a:pPr marL="292735" marR="113664">
              <a:lnSpc>
                <a:spcPct val="107800"/>
              </a:lnSpc>
              <a:spcBef>
                <a:spcPts val="70"/>
              </a:spcBef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</a:t>
            </a:r>
            <a:r>
              <a:rPr sz="1100" spc="90" dirty="0">
                <a:solidFill>
                  <a:srgbClr val="050707"/>
                </a:solidFill>
                <a:latin typeface="Times New Roman"/>
                <a:cs typeface="Times New Roman"/>
              </a:rPr>
              <a:t>:</a:t>
            </a:r>
            <a:r>
              <a:rPr sz="1100" spc="300" dirty="0">
                <a:solidFill>
                  <a:srgbClr val="050707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"bus_001",</a:t>
            </a:r>
            <a:r>
              <a:rPr sz="1100" spc="50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70" dirty="0">
                <a:solidFill>
                  <a:srgbClr val="282A2D"/>
                </a:solidFill>
                <a:latin typeface="Times New Roman"/>
                <a:cs typeface="Times New Roman"/>
              </a:rPr>
              <a:t>"registration_number":</a:t>
            </a:r>
            <a:r>
              <a:rPr sz="1100" spc="42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"KA-10-FL-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5404",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"operator":</a:t>
            </a:r>
            <a:r>
              <a:rPr sz="1100" spc="33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"KSRTC"</a:t>
            </a:r>
            <a:r>
              <a:rPr sz="1100" spc="-10" dirty="0">
                <a:solidFill>
                  <a:srgbClr val="050707"/>
                </a:solidFill>
                <a:latin typeface="Times New Roman"/>
                <a:cs typeface="Times New Roman"/>
              </a:rPr>
              <a:t>,</a:t>
            </a:r>
            <a:endParaRPr sz="1100">
              <a:latin typeface="Times New Roman"/>
              <a:cs typeface="Times New Roman"/>
            </a:endParaRPr>
          </a:p>
          <a:p>
            <a:pPr marL="292735" marR="1353185">
              <a:lnSpc>
                <a:spcPts val="1420"/>
              </a:lnSpc>
              <a:spcBef>
                <a:spcPts val="15"/>
              </a:spcBef>
            </a:pP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"type":</a:t>
            </a:r>
            <a:r>
              <a:rPr sz="1100" spc="19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65" dirty="0">
                <a:solidFill>
                  <a:srgbClr val="282A2D"/>
                </a:solidFill>
                <a:latin typeface="Times New Roman"/>
                <a:cs typeface="Times New Roman"/>
              </a:rPr>
              <a:t>"AC</a:t>
            </a:r>
            <a:r>
              <a:rPr sz="1100" spc="1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65" dirty="0">
                <a:solidFill>
                  <a:srgbClr val="282A2D"/>
                </a:solidFill>
                <a:latin typeface="Times New Roman"/>
                <a:cs typeface="Times New Roman"/>
              </a:rPr>
              <a:t>Sleeper", </a:t>
            </a:r>
            <a:r>
              <a:rPr sz="1100" spc="85" dirty="0">
                <a:solidFill>
                  <a:srgbClr val="282A2D"/>
                </a:solidFill>
                <a:latin typeface="Times New Roman"/>
                <a:cs typeface="Times New Roman"/>
              </a:rPr>
              <a:t>"capacity":</a:t>
            </a:r>
            <a:r>
              <a:rPr sz="1100" spc="365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Times New Roman"/>
                <a:cs typeface="Times New Roman"/>
              </a:rPr>
              <a:t>30</a:t>
            </a:r>
            <a:endParaRPr sz="1100">
              <a:latin typeface="Times New Roman"/>
              <a:cs typeface="Times New Roman"/>
            </a:endParaRPr>
          </a:p>
          <a:p>
            <a:pPr marL="164465">
              <a:lnSpc>
                <a:spcPts val="1185"/>
              </a:lnSpc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19448" y="3642062"/>
            <a:ext cx="284099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625475" marR="5080" indent="-61341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Stores</a:t>
            </a:r>
            <a:r>
              <a:rPr sz="12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bus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details,</a:t>
            </a:r>
            <a:r>
              <a:rPr sz="1200" spc="8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including</a:t>
            </a:r>
            <a:r>
              <a:rPr sz="1200" spc="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registration,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operator,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2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capacity.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584948" y="1255704"/>
            <a:ext cx="2689860" cy="504190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855980" marR="5080" indent="-843915">
              <a:lnSpc>
                <a:spcPts val="1839"/>
              </a:lnSpc>
              <a:spcBef>
                <a:spcPts val="229"/>
              </a:spcBef>
            </a:pPr>
            <a:r>
              <a:rPr sz="1600" b="1" spc="-45" dirty="0">
                <a:solidFill>
                  <a:srgbClr val="050707"/>
                </a:solidFill>
                <a:latin typeface="Arial"/>
                <a:cs typeface="Arial"/>
              </a:rPr>
              <a:t>Real-</a:t>
            </a:r>
            <a:r>
              <a:rPr sz="1600" b="1" spc="-30" dirty="0">
                <a:solidFill>
                  <a:srgbClr val="050707"/>
                </a:solidFill>
                <a:latin typeface="Arial"/>
                <a:cs typeface="Arial"/>
              </a:rPr>
              <a:t>time</a:t>
            </a:r>
            <a:r>
              <a:rPr sz="1600" b="1" spc="-2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85" dirty="0">
                <a:solidFill>
                  <a:srgbClr val="050707"/>
                </a:solidFill>
                <a:latin typeface="Arial"/>
                <a:cs typeface="Arial"/>
              </a:rPr>
              <a:t>Booking</a:t>
            </a:r>
            <a:r>
              <a:rPr sz="1600" b="1" spc="10" dirty="0">
                <a:solidFill>
                  <a:srgbClr val="050707"/>
                </a:solidFill>
                <a:latin typeface="Arial"/>
                <a:cs typeface="Arial"/>
              </a:rPr>
              <a:t> </a:t>
            </a:r>
            <a:r>
              <a:rPr sz="1600" b="1" spc="-40" dirty="0">
                <a:solidFill>
                  <a:srgbClr val="050707"/>
                </a:solidFill>
                <a:latin typeface="Arial"/>
                <a:cs typeface="Arial"/>
              </a:rPr>
              <a:t>Collection </a:t>
            </a:r>
            <a:r>
              <a:rPr sz="1600" b="1" spc="-10" dirty="0">
                <a:solidFill>
                  <a:srgbClr val="050707"/>
                </a:solidFill>
                <a:latin typeface="Arial"/>
                <a:cs typeface="Arial"/>
              </a:rPr>
              <a:t>(Bookings)</a:t>
            </a:r>
            <a:endParaRPr sz="16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549296" y="1974511"/>
            <a:ext cx="64769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{</a:t>
            </a:r>
            <a:endParaRPr sz="10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549935" y="3212488"/>
            <a:ext cx="69215" cy="1784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spc="-50" dirty="0">
                <a:solidFill>
                  <a:srgbClr val="282A2D"/>
                </a:solidFill>
                <a:latin typeface="Arial"/>
                <a:cs typeface="Arial"/>
              </a:rPr>
              <a:t>}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674658" y="2136545"/>
            <a:ext cx="2699385" cy="10896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 marR="1067435" indent="9525">
              <a:lnSpc>
                <a:spcPct val="105200"/>
              </a:lnSpc>
              <a:spcBef>
                <a:spcPts val="130"/>
              </a:spcBef>
              <a:tabLst>
                <a:tab pos="904875" algn="l"/>
              </a:tabLst>
            </a:pP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"_id":</a:t>
            </a:r>
            <a:r>
              <a:rPr sz="1100" spc="3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Times New Roman"/>
                <a:cs typeface="Times New Roman"/>
              </a:rPr>
              <a:t>"booking_98765", </a:t>
            </a:r>
            <a:r>
              <a:rPr sz="1100" spc="90" dirty="0">
                <a:solidFill>
                  <a:srgbClr val="282A2D"/>
                </a:solidFill>
                <a:latin typeface="Times New Roman"/>
                <a:cs typeface="Times New Roman"/>
              </a:rPr>
              <a:t>"user_id":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spc="45" dirty="0">
                <a:solidFill>
                  <a:srgbClr val="282A2D"/>
                </a:solidFill>
                <a:latin typeface="Times New Roman"/>
                <a:cs typeface="Times New Roman"/>
              </a:rPr>
              <a:t>"user_123", </a:t>
            </a:r>
            <a:r>
              <a:rPr sz="1100" u="heavy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36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114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id":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5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"bus</a:t>
            </a:r>
            <a:r>
              <a:rPr sz="1100" u="heavy" spc="295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100" u="heavy" spc="-10" dirty="0">
                <a:solidFill>
                  <a:srgbClr val="282A2D"/>
                </a:solidFill>
                <a:uFill>
                  <a:solidFill>
                    <a:srgbClr val="282A2D"/>
                  </a:solidFill>
                </a:uFill>
                <a:latin typeface="Times New Roman"/>
                <a:cs typeface="Times New Roman"/>
              </a:rPr>
              <a:t>001",</a:t>
            </a:r>
            <a:r>
              <a:rPr sz="1100" u="none" spc="-1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50" b="1" u="none" dirty="0">
                <a:solidFill>
                  <a:srgbClr val="0A6421"/>
                </a:solidFill>
                <a:latin typeface="Times New Roman"/>
                <a:cs typeface="Times New Roman"/>
              </a:rPr>
              <a:t>"status":</a:t>
            </a:r>
            <a:r>
              <a:rPr sz="1150" b="1" u="none" spc="195" dirty="0">
                <a:solidFill>
                  <a:srgbClr val="0A6421"/>
                </a:solidFill>
                <a:latin typeface="Times New Roman"/>
                <a:cs typeface="Times New Roman"/>
              </a:rPr>
              <a:t>  </a:t>
            </a:r>
            <a:r>
              <a:rPr sz="1150" u="none" spc="-50" dirty="0">
                <a:solidFill>
                  <a:srgbClr val="050707"/>
                </a:solidFill>
                <a:latin typeface="Times New Roman"/>
                <a:cs typeface="Times New Roman"/>
              </a:rPr>
              <a:t>•</a:t>
            </a:r>
            <a:r>
              <a:rPr sz="1150" u="none" dirty="0">
                <a:solidFill>
                  <a:srgbClr val="050707"/>
                </a:solidFill>
                <a:latin typeface="Times New Roman"/>
                <a:cs typeface="Times New Roman"/>
              </a:rPr>
              <a:t>	</a:t>
            </a:r>
            <a:r>
              <a:rPr sz="1150" b="1" u="none" spc="-235" dirty="0">
                <a:solidFill>
                  <a:srgbClr val="0A6421"/>
                </a:solidFill>
                <a:latin typeface="Times New Roman"/>
                <a:cs typeface="Times New Roman"/>
              </a:rPr>
              <a:t>CONFIRMED",</a:t>
            </a:r>
            <a:endParaRPr sz="1150">
              <a:latin typeface="Times New Roman"/>
              <a:cs typeface="Times New Roman"/>
            </a:endParaRPr>
          </a:p>
          <a:p>
            <a:pPr marL="15875" marR="5080" indent="6350">
              <a:lnSpc>
                <a:spcPts val="1370"/>
              </a:lnSpc>
              <a:spcBef>
                <a:spcPts val="45"/>
              </a:spcBef>
            </a:pPr>
            <a:r>
              <a:rPr sz="1100" spc="20" dirty="0">
                <a:solidFill>
                  <a:srgbClr val="282A2D"/>
                </a:solidFill>
                <a:latin typeface="Times New Roman"/>
                <a:cs typeface="Times New Roman"/>
              </a:rPr>
              <a:t>"booking_time":</a:t>
            </a:r>
            <a:r>
              <a:rPr sz="1100" spc="290" dirty="0">
                <a:solidFill>
                  <a:srgbClr val="282A2D"/>
                </a:solidFill>
                <a:latin typeface="Times New Roman"/>
                <a:cs typeface="Times New Roman"/>
              </a:rPr>
              <a:t>  </a:t>
            </a:r>
            <a:r>
              <a:rPr sz="1100" spc="20" dirty="0">
                <a:solidFill>
                  <a:srgbClr val="16181A"/>
                </a:solidFill>
                <a:latin typeface="Times New Roman"/>
                <a:cs typeface="Times New Roman"/>
              </a:rPr>
              <a:t>"2024-05-</a:t>
            </a:r>
            <a:r>
              <a:rPr sz="1100" spc="-10" dirty="0">
                <a:solidFill>
                  <a:srgbClr val="16181A"/>
                </a:solidFill>
                <a:latin typeface="Times New Roman"/>
                <a:cs typeface="Times New Roman"/>
              </a:rPr>
              <a:t>10Tl4:30:00Z", </a:t>
            </a:r>
            <a:r>
              <a:rPr sz="1100" dirty="0">
                <a:solidFill>
                  <a:srgbClr val="282A2D"/>
                </a:solidFill>
                <a:latin typeface="Times New Roman"/>
                <a:cs typeface="Times New Roman"/>
              </a:rPr>
              <a:t>"seat_numbe</a:t>
            </a:r>
            <a:r>
              <a:rPr sz="1100" spc="-60" dirty="0">
                <a:solidFill>
                  <a:srgbClr val="282A2D"/>
                </a:solidFill>
                <a:latin typeface="Times New Roman"/>
                <a:cs typeface="Times New Roman"/>
              </a:rPr>
              <a:t> </a:t>
            </a:r>
            <a:r>
              <a:rPr sz="1100" dirty="0">
                <a:solidFill>
                  <a:srgbClr val="16181A"/>
                </a:solidFill>
                <a:latin typeface="Times New Roman"/>
                <a:cs typeface="Times New Roman"/>
              </a:rPr>
              <a:t>r":</a:t>
            </a:r>
            <a:r>
              <a:rPr sz="1100" spc="204" dirty="0">
                <a:solidFill>
                  <a:srgbClr val="16181A"/>
                </a:solidFill>
                <a:latin typeface="Times New Roman"/>
                <a:cs typeface="Times New Roman"/>
              </a:rPr>
              <a:t>  </a:t>
            </a:r>
            <a:r>
              <a:rPr sz="1100" spc="-20" dirty="0">
                <a:solidFill>
                  <a:srgbClr val="282A2D"/>
                </a:solidFill>
                <a:latin typeface="Times New Roman"/>
                <a:cs typeface="Times New Roman"/>
              </a:rPr>
              <a:t>"A4"</a:t>
            </a:r>
            <a:endParaRPr sz="1100">
              <a:latin typeface="Times New Roman"/>
              <a:cs typeface="Times New Roman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5554190" y="3642062"/>
            <a:ext cx="2753360" cy="39624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292735" marR="5080" indent="-280670">
              <a:lnSpc>
                <a:spcPct val="102499"/>
              </a:lnSpc>
              <a:spcBef>
                <a:spcPts val="65"/>
              </a:spcBef>
            </a:pP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Records</a:t>
            </a:r>
            <a:r>
              <a:rPr sz="1200" spc="13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real-time</a:t>
            </a:r>
            <a:r>
              <a:rPr sz="12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booking</a:t>
            </a:r>
            <a:r>
              <a:rPr sz="1200" spc="1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16181A"/>
                </a:solidFill>
                <a:latin typeface="Arial"/>
                <a:cs typeface="Arial"/>
              </a:rPr>
              <a:t>transactions </a:t>
            </a:r>
            <a:r>
              <a:rPr sz="1200" spc="60" dirty="0">
                <a:solidFill>
                  <a:srgbClr val="282A2D"/>
                </a:solidFill>
                <a:latin typeface="Arial"/>
                <a:cs typeface="Arial"/>
              </a:rPr>
              <a:t>with</a:t>
            </a:r>
            <a:r>
              <a:rPr sz="1200" spc="-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immediate</a:t>
            </a:r>
            <a:r>
              <a:rPr sz="12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282A2D"/>
                </a:solidFill>
                <a:latin typeface="Arial"/>
                <a:cs typeface="Arial"/>
              </a:rPr>
              <a:t>status</a:t>
            </a:r>
            <a:r>
              <a:rPr sz="1200" spc="8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200" spc="-10" dirty="0">
                <a:solidFill>
                  <a:srgbClr val="282A2D"/>
                </a:solidFill>
                <a:latin typeface="Arial"/>
                <a:cs typeface="Arial"/>
              </a:rPr>
              <a:t>updates.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272607" y="4464499"/>
            <a:ext cx="2613025" cy="361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302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Utilizing</a:t>
            </a:r>
            <a:r>
              <a:rPr sz="1100" spc="5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MongoDB's</a:t>
            </a:r>
            <a:r>
              <a:rPr sz="1100" spc="9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flexible</a:t>
            </a:r>
            <a:r>
              <a:rPr sz="1100" spc="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schema</a:t>
            </a:r>
            <a:r>
              <a:rPr sz="1100" spc="75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25" dirty="0">
                <a:solidFill>
                  <a:srgbClr val="282A2D"/>
                </a:solidFill>
                <a:latin typeface="Arial"/>
                <a:cs typeface="Arial"/>
              </a:rPr>
              <a:t>for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scalable</a:t>
            </a:r>
            <a:r>
              <a:rPr sz="1100" spc="11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and</a:t>
            </a:r>
            <a:r>
              <a:rPr sz="1100" spc="20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16181A"/>
                </a:solidFill>
                <a:latin typeface="Arial"/>
                <a:cs typeface="Arial"/>
              </a:rPr>
              <a:t>efficient</a:t>
            </a:r>
            <a:r>
              <a:rPr sz="1100" spc="100" dirty="0">
                <a:solidFill>
                  <a:srgbClr val="16181A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282A2D"/>
                </a:solidFill>
                <a:latin typeface="Arial"/>
                <a:cs typeface="Arial"/>
              </a:rPr>
              <a:t>data</a:t>
            </a:r>
            <a:r>
              <a:rPr sz="1100" spc="114" dirty="0">
                <a:solidFill>
                  <a:srgbClr val="282A2D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282A2D"/>
                </a:solidFill>
                <a:latin typeface="Arial"/>
                <a:cs typeface="Arial"/>
              </a:rPr>
              <a:t>management.</a:t>
            </a:r>
            <a:endParaRPr sz="1100">
              <a:latin typeface="Arial"/>
              <a:cs typeface="Arial"/>
            </a:endParaRP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DCA6A385-5120-2879-0BF2-4A13583DFE3E}"/>
              </a:ext>
            </a:extLst>
          </p:cNvPr>
          <p:cNvSpPr/>
          <p:nvPr/>
        </p:nvSpPr>
        <p:spPr>
          <a:xfrm>
            <a:off x="4021444" y="2315564"/>
            <a:ext cx="1114457" cy="45476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1B46068-1087-F455-C6D5-5C23720AF4A2}"/>
              </a:ext>
            </a:extLst>
          </p:cNvPr>
          <p:cNvSpPr txBox="1"/>
          <p:nvPr/>
        </p:nvSpPr>
        <p:spPr>
          <a:xfrm>
            <a:off x="4227295" y="2053165"/>
            <a:ext cx="7414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50" dirty="0"/>
              <a:t>DATA FLOW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11264" y="1900405"/>
            <a:ext cx="1235302" cy="1204517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74451" y="1137542"/>
            <a:ext cx="926476" cy="3171897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6324210" y="1900405"/>
            <a:ext cx="1235302" cy="1244668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402815" y="1150926"/>
            <a:ext cx="0" cy="3145155"/>
          </a:xfrm>
          <a:custGeom>
            <a:avLst/>
            <a:gdLst/>
            <a:ahLst/>
            <a:cxnLst/>
            <a:rect l="l" t="t" r="r" b="b"/>
            <a:pathLst>
              <a:path h="3145154">
                <a:moveTo>
                  <a:pt x="0" y="3145129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5129188" y="1137542"/>
            <a:ext cx="0" cy="3172460"/>
          </a:xfrm>
          <a:custGeom>
            <a:avLst/>
            <a:gdLst/>
            <a:ahLst/>
            <a:cxnLst/>
            <a:rect l="l" t="t" r="r" b="b"/>
            <a:pathLst>
              <a:path h="3172460">
                <a:moveTo>
                  <a:pt x="0" y="3171896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8754532" y="1137542"/>
            <a:ext cx="0" cy="3185795"/>
          </a:xfrm>
          <a:custGeom>
            <a:avLst/>
            <a:gdLst/>
            <a:ahLst/>
            <a:cxnLst/>
            <a:rect l="l" t="t" r="r" b="b"/>
            <a:pathLst>
              <a:path h="3185795">
                <a:moveTo>
                  <a:pt x="0" y="3185280"/>
                </a:moveTo>
                <a:lnTo>
                  <a:pt x="0" y="0"/>
                </a:lnTo>
              </a:path>
            </a:pathLst>
          </a:custGeom>
          <a:ln w="13427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5196324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469951" y="1084008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483379" y="4362973"/>
            <a:ext cx="3477895" cy="0"/>
          </a:xfrm>
          <a:custGeom>
            <a:avLst/>
            <a:gdLst/>
            <a:ahLst/>
            <a:cxnLst/>
            <a:rect l="l" t="t" r="r" b="b"/>
            <a:pathLst>
              <a:path w="3477895">
                <a:moveTo>
                  <a:pt x="0" y="0"/>
                </a:moveTo>
                <a:lnTo>
                  <a:pt x="347764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/>
          <p:nvPr/>
        </p:nvSpPr>
        <p:spPr>
          <a:xfrm>
            <a:off x="5196324" y="4362973"/>
            <a:ext cx="3504565" cy="0"/>
          </a:xfrm>
          <a:custGeom>
            <a:avLst/>
            <a:gdLst/>
            <a:ahLst/>
            <a:cxnLst/>
            <a:rect l="l" t="t" r="r" b="b"/>
            <a:pathLst>
              <a:path w="3504565">
                <a:moveTo>
                  <a:pt x="0" y="0"/>
                </a:moveTo>
                <a:lnTo>
                  <a:pt x="3504498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/>
          <p:nvPr/>
        </p:nvSpPr>
        <p:spPr>
          <a:xfrm>
            <a:off x="443097" y="4623953"/>
            <a:ext cx="8271509" cy="0"/>
          </a:xfrm>
          <a:custGeom>
            <a:avLst/>
            <a:gdLst/>
            <a:ahLst/>
            <a:cxnLst/>
            <a:rect l="l" t="t" r="r" b="b"/>
            <a:pathLst>
              <a:path w="8271509">
                <a:moveTo>
                  <a:pt x="0" y="0"/>
                </a:moveTo>
                <a:lnTo>
                  <a:pt x="8271153" y="0"/>
                </a:lnTo>
              </a:path>
            </a:pathLst>
          </a:custGeom>
          <a:ln w="13383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0209" rIns="0" bIns="0" rtlCol="0">
            <a:spAutoFit/>
          </a:bodyPr>
          <a:lstStyle/>
          <a:p>
            <a:pPr marL="222250">
              <a:lnSpc>
                <a:spcPct val="100000"/>
              </a:lnSpc>
              <a:spcBef>
                <a:spcPts val="110"/>
              </a:spcBef>
            </a:pPr>
            <a:r>
              <a:rPr spc="-80" dirty="0"/>
              <a:t>Inference</a:t>
            </a:r>
            <a:r>
              <a:rPr spc="-75" dirty="0"/>
              <a:t> </a:t>
            </a:r>
            <a:r>
              <a:rPr sz="3400" spc="-315" dirty="0"/>
              <a:t>&amp;</a:t>
            </a:r>
            <a:r>
              <a:rPr sz="3400" spc="-280" dirty="0"/>
              <a:t> </a:t>
            </a:r>
            <a:r>
              <a:rPr spc="-85" dirty="0"/>
              <a:t>Conclusion</a:t>
            </a:r>
            <a:endParaRPr sz="3400"/>
          </a:p>
        </p:txBody>
      </p:sp>
      <p:sp>
        <p:nvSpPr>
          <p:cNvPr id="14" name="object 14"/>
          <p:cNvSpPr txBox="1"/>
          <p:nvPr/>
        </p:nvSpPr>
        <p:spPr>
          <a:xfrm>
            <a:off x="1238452" y="1304498"/>
            <a:ext cx="1938020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900" b="1" spc="-4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endParaRPr sz="19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801804" y="3356593"/>
            <a:ext cx="2872740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TravelEase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delivers</a:t>
            </a:r>
            <a:r>
              <a:rPr sz="1550" spc="4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</a:t>
            </a:r>
            <a:r>
              <a:rPr sz="1550" spc="-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satisfying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user</a:t>
            </a:r>
            <a:r>
              <a:rPr sz="1550" spc="1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experience</a:t>
            </a:r>
            <a:r>
              <a:rPr sz="1550" spc="1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70" dirty="0">
                <a:solidFill>
                  <a:srgbClr val="0C0C08"/>
                </a:solidFill>
                <a:latin typeface="Arial"/>
                <a:cs typeface="Arial"/>
              </a:rPr>
              <a:t>with</a:t>
            </a:r>
            <a:r>
              <a:rPr sz="1550" spc="30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clear</a:t>
            </a:r>
            <a:r>
              <a:rPr sz="1550" spc="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20" dirty="0">
                <a:solidFill>
                  <a:srgbClr val="0C0C08"/>
                </a:solidFill>
                <a:latin typeface="Arial"/>
                <a:cs typeface="Arial"/>
              </a:rPr>
              <a:t>info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and</a:t>
            </a:r>
            <a:r>
              <a:rPr sz="1550" spc="21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real-time</a:t>
            </a:r>
            <a:r>
              <a:rPr sz="1550" spc="204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updates.</a:t>
            </a:r>
            <a:endParaRPr sz="155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5419975" y="1304498"/>
            <a:ext cx="3065145" cy="3162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900" b="1" dirty="0">
                <a:solidFill>
                  <a:srgbClr val="0C0C08"/>
                </a:solidFill>
                <a:latin typeface="Arial"/>
                <a:cs typeface="Arial"/>
              </a:rPr>
              <a:t>Technical</a:t>
            </a:r>
            <a:r>
              <a:rPr sz="1900" b="1" spc="-10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900" b="1" spc="-10" dirty="0">
                <a:solidFill>
                  <a:srgbClr val="0C0C08"/>
                </a:solidFill>
                <a:latin typeface="Arial"/>
                <a:cs typeface="Arial"/>
              </a:rPr>
              <a:t>Implementation</a:t>
            </a:r>
            <a:endParaRPr sz="19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75174" y="3356593"/>
            <a:ext cx="2707005" cy="7442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5080" algn="ctr">
              <a:lnSpc>
                <a:spcPct val="102000"/>
              </a:lnSpc>
              <a:spcBef>
                <a:spcPts val="65"/>
              </a:spcBef>
            </a:pP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The</a:t>
            </a:r>
            <a:r>
              <a:rPr sz="1550" spc="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Agile-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MERN</a:t>
            </a:r>
            <a:r>
              <a:rPr sz="1550" spc="13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combination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successfully</a:t>
            </a:r>
            <a:r>
              <a:rPr sz="1550" spc="459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produced</a:t>
            </a:r>
            <a:r>
              <a:rPr sz="1550" spc="26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50" dirty="0">
                <a:solidFill>
                  <a:srgbClr val="0C0C08"/>
                </a:solidFill>
                <a:latin typeface="Arial"/>
                <a:cs typeface="Arial"/>
              </a:rPr>
              <a:t>a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functional,</a:t>
            </a:r>
            <a:r>
              <a:rPr sz="1550" spc="29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dirty="0">
                <a:solidFill>
                  <a:srgbClr val="0C0C08"/>
                </a:solidFill>
                <a:latin typeface="Arial"/>
                <a:cs typeface="Arial"/>
              </a:rPr>
              <a:t>scalable</a:t>
            </a:r>
            <a:r>
              <a:rPr sz="1550" spc="225" dirty="0">
                <a:solidFill>
                  <a:srgbClr val="0C0C08"/>
                </a:solidFill>
                <a:latin typeface="Arial"/>
                <a:cs typeface="Arial"/>
              </a:rPr>
              <a:t> </a:t>
            </a:r>
            <a:r>
              <a:rPr sz="1550" spc="-10" dirty="0">
                <a:solidFill>
                  <a:srgbClr val="0C0C08"/>
                </a:solidFill>
                <a:latin typeface="Arial"/>
                <a:cs typeface="Arial"/>
              </a:rPr>
              <a:t>system.</a:t>
            </a:r>
            <a:endParaRPr sz="15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67574"/>
            <a:ext cx="9143999" cy="50759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</TotalTime>
  <Words>2020</Words>
  <Application>Microsoft Office PowerPoint</Application>
  <PresentationFormat>On-screen Show (16:9)</PresentationFormat>
  <Paragraphs>500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1" baseType="lpstr">
      <vt:lpstr>Arial</vt:lpstr>
      <vt:lpstr>Courier New</vt:lpstr>
      <vt:lpstr>Times New Roman</vt:lpstr>
      <vt:lpstr>Verdana</vt:lpstr>
      <vt:lpstr>Office Theme</vt:lpstr>
      <vt:lpstr>TravelEase - Online Bus Booking System</vt:lpstr>
      <vt:lpstr>PowerPoint Presentation</vt:lpstr>
      <vt:lpstr>Project Objectives</vt:lpstr>
      <vt:lpstr>Project Description (Core Features)</vt:lpstr>
      <vt:lpstr>User Functionalities</vt:lpstr>
      <vt:lpstr>Administrator Functionalities</vt:lpstr>
      <vt:lpstr>Project Deliverables</vt:lpstr>
      <vt:lpstr>Key Project Milestones</vt:lpstr>
      <vt:lpstr>Constraints &amp; Limitations</vt:lpstr>
      <vt:lpstr>PowerPoint Presentation</vt:lpstr>
      <vt:lpstr>WBS:</vt:lpstr>
      <vt:lpstr>Time-Line Schedule</vt:lpstr>
      <vt:lpstr>Schedule Highlights (Requirement &amp; Design)</vt:lpstr>
      <vt:lpstr>Schedule Highlights (Dev &amp; Testing)</vt:lpstr>
      <vt:lpstr>Cost Breakdown Structure (CBS) - Labor</vt:lpstr>
      <vt:lpstr>Cost Breakdown Structure (CBS) - Material Costs</vt:lpstr>
      <vt:lpstr>Risk Analysis - Technical &amp; Schedule</vt:lpstr>
      <vt:lpstr>Risk Analysis - Cost &amp; Organizational</vt:lpstr>
      <vt:lpstr>Risk Analysis - People &amp; Business</vt:lpstr>
      <vt:lpstr>Risk Mitigation Strategy</vt:lpstr>
      <vt:lpstr>Agile Step 1: Sprint Planning</vt:lpstr>
      <vt:lpstr>Agile Step 2 &amp; 3: Execution &amp; Stand-ups</vt:lpstr>
      <vt:lpstr>Agile Step 4 &amp; 5: Review&amp; Retrospecti•ve</vt:lpstr>
      <vt:lpstr>Technology Stack: MERN Four Core Technologies: MongoDB, Express.js, React.js, and Node.js.</vt:lpstr>
      <vt:lpstr>Database: MongoDB NoSQL database for managing user details, packages, and bookings.</vt:lpstr>
      <vt:lpstr>Backend: Express.js &amp; Node.js</vt:lpstr>
      <vt:lpstr>PowerPoint Presentation</vt:lpstr>
      <vt:lpstr>Programming Language: JavaScript</vt:lpstr>
      <vt:lpstr>Hardware Requirements</vt:lpstr>
      <vt:lpstr>Software Products (Development)</vt:lpstr>
      <vt:lpstr>Software Products (Testing)</vt:lpstr>
      <vt:lpstr>Software Products (Management &amp; Cloud)</vt:lpstr>
      <vt:lpstr>System Component: Backend Server</vt:lpstr>
      <vt:lpstr>System Component: RESTful API</vt:lpstr>
      <vt:lpstr>System Component: User Authentication</vt:lpstr>
      <vt:lpstr>Use Case Diagram:Traveler Interaction</vt:lpstr>
      <vt:lpstr>UseCase Diagram: Admin &amp;Service Provider</vt:lpstr>
      <vt:lpstr>Activity Diagram: The Booking Flow</vt:lpstr>
      <vt:lpstr>Activity Diagram:</vt:lpstr>
      <vt:lpstr>Testing Strategy Overview</vt:lpstr>
      <vt:lpstr>Compatibility &amp; Cross-Browser Testing</vt:lpstr>
      <vt:lpstr>Security Testing Implementation</vt:lpstr>
      <vt:lpstr>Backend Implementation: VS Code Snapshot</vt:lpstr>
      <vt:lpstr>Database Implementation (MongoDB Snapshot)</vt:lpstr>
      <vt:lpstr>Inference &amp; 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vishwas</dc:title>
  <cp:lastModifiedBy>B S Niranjan Patgar</cp:lastModifiedBy>
  <cp:revision>3</cp:revision>
  <dcterms:created xsi:type="dcterms:W3CDTF">2026-04-01T00:44:16Z</dcterms:created>
  <dcterms:modified xsi:type="dcterms:W3CDTF">2026-04-01T10:08:12Z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2026-04-01T00:00:00Z</vt:filetime>
  </property>
  <property fmtid="{D5CDD505-2E9C-101B-9397-08002B2CF9AE}" pid="3" name="Creator">
    <vt:lpwstr>Google</vt:lpwstr>
  </property>
  <property fmtid="{D5CDD505-2E9C-101B-9397-08002B2CF9AE}" pid="4" name="LastSaved">
    <vt:filetime>2026-04-01T00:00:00Z</vt:filetime>
  </property>
</Properties>
</file>